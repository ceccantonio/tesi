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0:4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4 24575,'-16'0'0,"-2"-1"0,-1 1 0,1 1 0,0 1 0,-32 7 0,45-7 0,0-1 0,0 1 0,0 1 0,0-1 0,0 1 0,1 0 0,-1 0 0,1 0 0,0 0 0,0 1 0,0 0 0,1-1 0,-1 2 0,1-1 0,0 0 0,0 1 0,0-1 0,1 1 0,-1 0 0,-2 9 0,-1 7 0,1 0 0,2 1 0,0 0 0,1 0 0,1 0 0,1 0 0,1 0 0,1-1 0,7 35 0,-6-44 0,2 1 0,-1-1 0,2 1 0,0-2 0,0 1 0,1 0 0,0-1 0,1-1 0,0 1 0,1-1 0,20 17 0,-2-4 0,0-2 0,2-1 0,41 21 0,-26-21 0,1-2 0,0-3 0,1-1 0,89 14 0,-123-26 0,1-1 0,0-1 0,0 0 0,-1-1 0,1 0 0,-1-1 0,1 0 0,-1-1 0,1 0 0,-1-1 0,0-1 0,-1 0 0,1 0 0,-1-1 0,14-9 0,-6 1 0,0 0 0,0-1 0,-1-1 0,-1 0 0,-1-2 0,-1 0 0,18-26 0,-27 36 0,-1-1 0,0 0 0,0 0 0,-1-1 0,-1 0 0,1 1 0,-1-1 0,-1 0 0,0-1 0,0 1 0,-1 0 0,-1 0 0,1-1 0,-2 1 0,1 0 0,-2-1 0,1 1 0,-1 0 0,-1 0 0,0 0 0,0 0 0,-1 1 0,0-1 0,-1 1 0,0 0 0,0 0 0,-1 0 0,0 1 0,0 0 0,-1 0 0,0 1 0,-1 0 0,0 0 0,-16-11 0,-7-2 0,-1 1 0,0 1 0,-2 2 0,0 2 0,0 1 0,-1 1 0,-47-8 0,10 8 0,1 3 0,-129 1 0,160 8-119,5-2-130,0 3 0,0 1-1,0 1 1,-38 9 0,36 0-6577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0:50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 6 24575,'-33'0'0,"-15"-1"0,0 2 0,-61 10 0,93-8 0,1 1 0,-1 0 0,1 2 0,-1-1 0,2 2 0,-1 0 0,1 0 0,0 2 0,0 0 0,-20 17 0,21-14 0,1 0 0,0 1 0,1 0 0,0 1 0,1 1 0,1-1 0,0 1 0,1 1 0,0 0 0,1 0 0,1 1 0,1-1 0,1 1 0,0 0 0,1 1 0,0-1 0,2 0 0,0 1 0,1 0 0,3 19 0,-3-33 0,1 0 0,0 1 0,0-1 0,0 0 0,1 0 0,-1 0 0,1 0 0,0 0 0,1 0 0,-1-1 0,0 1 0,1 0 0,0-1 0,0 0 0,0 0 0,0 0 0,0 0 0,1 0 0,0-1 0,-1 0 0,1 1 0,0-1 0,0-1 0,0 1 0,5 1 0,12 3 0,0 0 0,1-2 0,43 4 0,1 0 0,-28 0 0,2 2 0,1-1 0,0-3 0,0-1 0,0-2 0,72-4 0,-108 0 0,-1 1 0,0-1 0,1-1 0,-1 1 0,0 0 0,1-1 0,-1 0 0,0 0 0,0 0 0,-1-1 0,1 1 0,0-1 0,-1 0 0,1 0 0,-1 0 0,0-1 0,0 1 0,0-1 0,-1 1 0,1-1 0,-1 0 0,0 0 0,0 0 0,0 0 0,-1-1 0,0 1 0,1 0 0,0-6 0,1-13 0,-1 1 0,0 0 0,-2-1 0,-3-34 0,1 20 0,1 17 0,0-1 0,-2 1 0,0 0 0,-1 0 0,-1 1 0,-1-1 0,-1 1 0,-13-27 0,15 37 0,0 0 0,0 1 0,-1 0 0,-1 0 0,1 0 0,-1 1 0,-1 0 0,1 0 0,-1 1 0,-1 0 0,1 0 0,-1 1 0,0 0 0,0 0 0,0 1 0,0 1 0,-1-1 0,-16-2 0,7 2-136,0 1-1,0 1 1,0 1-1,0 0 1,0 2-1,0 0 1,0 1-1,0 1 0,-26 7 1,10 3-6690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0:51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0 398 24575,'0'7'0,"0"-1"0,1 1 0,0 0 0,0-1 0,0 1 0,0-1 0,1 0 0,1 1 0,-1-1 0,1 0 0,0 0 0,0-1 0,0 1 0,1-1 0,8 11 0,-5-10 0,1 1 0,-1-1 0,1-1 0,0 0 0,0 0 0,1 0 0,0-1 0,0 0 0,17 4 0,10 0 0,1-1 0,-1-3 0,1 0 0,56-4 0,-47-1 0,0-2 0,-1-2 0,1-2 0,-1-2 0,0-2 0,52-20 0,-65 18 0,-1-1 0,0-1 0,-1-2 0,-1-1 0,0-1 0,-1-1 0,-2-2 0,48-49 0,-69 65 0,0 0 0,0 0 0,0-1 0,-1 0 0,0 0 0,0 0 0,-1 0 0,0 0 0,0-1 0,0 1 0,-1-1 0,-1 0 0,1 0 0,0-16 0,-2 19 0,-1 1 0,0-1 0,0 0 0,0 1 0,0-1 0,-1 1 0,1-1 0,-1 1 0,0 0 0,-1-1 0,1 1 0,-1 0 0,0 0 0,0 1 0,0-1 0,0 1 0,-1-1 0,1 1 0,-1 0 0,0 1 0,0-1 0,0 0 0,0 1 0,0 0 0,-1 0 0,-4-1 0,-34-15 0,-1 3 0,-1 2 0,0 1 0,0 2 0,-1 3 0,-75-3 0,61 8 0,-1 3 0,-72 12 0,113-10 0,0 1 0,1 1 0,0 1 0,0 1 0,0 0 0,0 1 0,1 1 0,1 1 0,0 1 0,-24 19 0,29-20 0,0 1 0,1 1 0,0-1 0,1 2 0,1 0 0,0 0 0,0 0 0,-7 18 0,12-23 0,1 1 0,0-1 0,0 1 0,1 0 0,0 0 0,1 0 0,0 0 0,0 0 0,1 0 0,0 0 0,1 0 0,0 0 0,0 0 0,1 0 0,5 17 0,-5-21 5,1-1-1,0 1 1,-1-1 0,1 1-1,1-1 1,-1 0-1,1 0 1,0 0-1,-1-1 1,2 1 0,-1-1-1,0 0 1,1 0-1,-1 0 1,1-1 0,0 0-1,0 0 1,10 3-1,8 1-339,0 0-1,44 3 0,-54-8-109,81 8-6381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0:52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52 160 24575,'0'29'0,"-1"-13"0,1 1 0,1-1 0,0 1 0,6 27 0,-5-39 0,-1 0 0,1 0 0,0-1 0,1 1 0,-1-1 0,1 1 0,-1-1 0,1 0 0,0 0 0,1 0 0,-1-1 0,1 1 0,0-1 0,0 0 0,0 0 0,0 0 0,0 0 0,1-1 0,8 4 0,16 4 0,0-1 0,1-1 0,0-1 0,52 3 0,-24-6 0,90-7 0,-139 3 0,-1-1 0,1 0 0,-1 0 0,0-1 0,1 0 0,-1-1 0,13-5 0,-18 6 0,0 0 0,0 0 0,-1 0 0,1 0 0,-1 0 0,1-1 0,-1 1 0,0-1 0,0 1 0,0-1 0,0 0 0,0 0 0,0 0 0,-1 0 0,0 0 0,0-1 0,0 1 0,0 0 0,0 0 0,0-1 0,0-5 0,0-2 0,0 0 0,-1 0 0,0 0 0,-1-1 0,0 1 0,0 1 0,-1-1 0,-1 0 0,0 0 0,0 1 0,-1-1 0,0 1 0,-1 0 0,0 0 0,-1 1 0,0 0 0,-1 0 0,1 0 0,-2 1 0,1 0 0,-1 0 0,0 0 0,-1 1 0,0 1 0,0 0 0,0 0 0,-13-6 0,-13-8 0,24 13 0,0 0 0,-1 1 0,0 0 0,0 1 0,0 0 0,0 1 0,-1 1 0,0-1 0,-22-1 0,16 4 15,0 1 0,0 1 0,0 1 0,0 0 0,0 2 0,0 0 0,-35 13 0,43-12-114,0 0 0,1 0 0,0 1 0,0 1 0,1 0 0,0 0 0,0 0 0,1 1 0,0 1 0,0-1 0,1 1 0,0 1 0,0-1 0,-7 16 0,3-1-6727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0:53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24575,'-2'0'0,"0"1"0,0-1 0,0 1 0,0 0 0,0-1 0,0 1 0,0 0 0,0 0 0,0 0 0,0 1 0,0-1 0,1 0 0,-1 1 0,1-1 0,-1 1 0,1 0 0,-1-1 0,1 1 0,0 0 0,0 0 0,0 0 0,0 0 0,0 0 0,0 0 0,0 0 0,1 0 0,-1 0 0,0 4 0,-2 9 0,0 1 0,0 29 0,2-36 0,0 2 0,1-1 0,1 1 0,0 0 0,0-1 0,1 1 0,0-1 0,0 0 0,2 1 0,-1-1 0,1-1 0,0 1 0,1 0 0,1-1 0,-1 0 0,1 0 0,1-1 0,-1 0 0,1 0 0,1 0 0,0-1 0,0 0 0,0 0 0,1-1 0,0 0 0,0-1 0,0 0 0,1 0 0,0-1 0,0-1 0,0 1 0,15 2 0,-18-4 0,25 6 0,0-1 0,1-1 0,36 1 0,-61-6 0,0-1 0,0 0 0,0-1 0,1 1 0,-1-2 0,0 1 0,0-1 0,0 0 0,-1-1 0,1 0 0,-1 0 0,1-1 0,-1 0 0,0 0 0,0 0 0,-1-1 0,1 0 0,6-8 0,-8 7 0,-1 0 0,0-1 0,0 1 0,-1-1 0,0 0 0,0-1 0,0 1 0,-1 0 0,0-1 0,-1 1 0,0-1 0,1-10 0,-1-7 0,-1 0 0,-4-35 0,4 55 0,-1 0 0,0 1 0,0-1 0,-1 0 0,0 1 0,1 0 0,-1-1 0,0 1 0,-1 0 0,1 0 0,-1 0 0,0 0 0,0 0 0,0 1 0,-1 0 0,1-1 0,-1 1 0,1 0 0,-1 1 0,0-1 0,0 1 0,-1-1 0,1 1 0,0 0 0,-1 1 0,1-1 0,-1 1 0,-7-1 0,-8-2 0,0 2 0,0 0 0,0 2 0,0 0 0,-29 4 0,42-4-170,0 2-1,-1-1 0,1 1 1,0 0-1,0 1 0,0-1 1,-10 7-1,-11 9-6655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0:5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486 237 24575,'-4'0'0,"-1"0"0,0 1 0,1-1 0,-1 1 0,1 0 0,0 1 0,-1-1 0,1 1 0,0-1 0,0 1 0,0 1 0,0-1 0,0 0 0,0 1 0,0 0 0,-5 6 0,4-3 0,-1 0 0,2 1 0,-1 0 0,1 0 0,0 0 0,0 1 0,0-1 0,-3 16 0,3-9 0,1 0 0,0 0 0,1 0 0,0 0 0,2 0 0,0 0 0,0 0 0,1 0 0,1 0 0,6 26 0,-6-35 0,1 1 0,0-1 0,0 0 0,0 0 0,0 0 0,1 0 0,0-1 0,0 1 0,0-1 0,1 0 0,-1 0 0,1-1 0,0 1 0,0-1 0,0 0 0,1-1 0,-1 1 0,1-1 0,-1 0 0,1 0 0,8 1 0,15 3 0,0-2 0,0-1 0,33 0 0,-42-2 0,22 1 0,-18 0 0,0-1 0,0-1 0,0-1 0,45-8 0,-64 7 0,0 0 0,0 0 0,-1-1 0,1 0 0,0 0 0,-1 0 0,0 0 0,0-1 0,0 0 0,0 0 0,0 0 0,-1 0 0,0-1 0,1 1 0,-2-1 0,1 0 0,-1 0 0,1 0 0,-1 0 0,-1 0 0,1 0 0,-1-1 0,1-5 0,2-8 0,-1 0 0,-1-1 0,-1 1 0,0-1 0,-4-25 0,1 27 0,-1 0 0,-2 0 0,1 1 0,-2-1 0,0 1 0,-1 1 0,-1-1 0,-1 1 0,0 1 0,-1-1 0,-1 1 0,0 1 0,-1 0 0,0 1 0,-1 0 0,0 1 0,-1 1 0,-1 0 0,-24-14 0,23 15 0,-1 1 0,0 1 0,0 1 0,-1 0 0,0 1 0,0 1 0,-1 1 0,0 0 0,1 2 0,-1 0 0,0 1 0,0 1 0,0 0 0,0 2 0,0 0 0,0 1 0,1 1 0,-31 11 0,14 2-195,0 1 0,2 2 0,0 1 0,2 2 0,0 2 0,-35 35 0,-15 17-6631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0:55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314 112 24575,'-9'1'0,"-1"0"0,1 1 0,-1 0 0,1 1 0,0 0 0,0 1 0,0-1 0,0 2 0,1-1 0,0 1 0,-1 1 0,-11 10 0,2-1 0,0 1 0,1 1 0,1 1 0,-14 19 0,18-19 0,1 0 0,1 1 0,1 0 0,0 1 0,2 0 0,0 0 0,1 1 0,1 0 0,2 0 0,-1 0 0,1 28 0,4-42 0,0-1 0,0 1 0,0-1 0,1 1 0,0-1 0,0 0 0,1 0 0,0 0 0,0 0 0,1 0 0,-1 0 0,1-1 0,0 0 0,0 0 0,1 0 0,0 0 0,0-1 0,0 1 0,0-1 0,12 6 0,1 1 0,0-1 0,1 0 0,0-2 0,1 0 0,28 7 0,3-5 0,1-3 0,0-2 0,0-2 0,1-2 0,81-10 0,-87 4 0,-1-2 0,1-2 0,79-27 0,-99 26 0,0-1 0,0-1 0,-1-2 0,0 0 0,-2-2 0,0 0 0,27-25 0,-46 36 0,0-1 0,0 0 0,-1-1 0,0 1 0,0-1 0,0 0 0,-1 0 0,0 0 0,0 0 0,-1 0 0,0-1 0,0 1 0,-1-1 0,0 1 0,0-16 0,-1 0 0,-1-1 0,-1 0 0,-9-43 0,8 56 0,0-1 0,-1 1 0,0 0 0,-1 0 0,0 0 0,-1 1 0,0 0 0,0 0 0,-1 0 0,-16-17 0,10 15 0,0 1 0,-1 0 0,0 1 0,0 0 0,-1 1 0,-29-13 0,8 9 0,0 1 0,-1 2 0,0 1 0,0 2 0,-1 2 0,-45-1 0,14 3-341,0 3 0,-1 2-1,-74 14 1,84-3-6485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0:55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31 24575,'-15'0'0,"1"2"0,-1 0 0,1 0 0,0 1 0,0 1 0,1 0 0,-1 1 0,1 1 0,0 0 0,0 1 0,0 0 0,1 1 0,0 0 0,-14 13 0,14-10 0,0 1 0,0 0 0,1 1 0,1 0 0,0 1 0,1 0 0,0 1 0,1-1 0,1 2 0,0-1 0,-8 30 0,11-27 0,0-1 0,2 1 0,0 0 0,0 0 0,3 25 0,-1-35 0,1 0 0,0 0 0,1 0 0,0-1 0,0 1 0,1 0 0,0-1 0,0 0 0,1 1 0,0-2 0,0 1 0,0 0 0,1-1 0,7 8 0,-1-4 0,1 0 0,0 0 0,0-1 0,1 0 0,0-2 0,1 1 0,0-2 0,0 1 0,1-2 0,-1 0 0,1-1 0,30 5 0,4-4 0,1-3 0,84-5 0,-120 3 0,1-1 0,-1-1 0,0 0 0,0-1 0,0 0 0,25-10 0,-34 11 0,-1-1 0,0 1 0,0-1 0,0 0 0,0 0 0,-1 0 0,1 0 0,-1-1 0,0 1 0,0-1 0,0 0 0,0 0 0,-1 0 0,1 0 0,-1 0 0,0-1 0,0 1 0,-1-1 0,1 0 0,-1 1 0,0-1 0,0 0 0,-1 0 0,1-4 0,-1-45 0,-8-81 0,4 92 0,2 27 9,0 1-1,-2-1 1,0 1-1,0 0 1,-2 0 0,0 1-1,0-1 1,-1 1-1,-1 0 1,-1 1-1,0 0 1,0 0-1,-21-20 1,21 25-83,1 0-1,-1 0 1,0 1 0,-1 0 0,1 1-1,-1 0 1,-1 0 0,1 1 0,-1 1-1,0 0 1,0 0 0,0 1 0,0 0-1,-1 1 1,1 1 0,-1 0 0,1 0-1,-1 1 1,-16 2 0,-1 3-6752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0:57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24575,'-2'0'0,"0"0"0,0 1 0,0-1 0,-1 1 0,1-1 0,0 1 0,0 0 0,0-1 0,0 1 0,1 0 0,-1 1 0,0-1 0,0 0 0,0 0 0,1 1 0,-1-1 0,1 1 0,-1-1 0,1 1 0,0 0 0,-1 0 0,1-1 0,0 1 0,0 0 0,0 0 0,1 0 0,-1 0 0,0 0 0,1 0 0,-1 5 0,-2 6 0,1 1 0,1 0 0,1 24 0,0-21 0,-1-1 0,1 1 0,1-1 0,0 0 0,1 0 0,1 1 0,1-1 0,6 17 0,-7-25 0,1-1 0,0 1 0,0-1 0,0 0 0,1 0 0,0-1 0,1 0 0,-1 1 0,1-2 0,1 1 0,-1-1 0,1 0 0,0 0 0,0-1 0,14 7 0,-6-4 0,1-2 0,-1 0 0,1-1 0,0 0 0,1-1 0,26 1 0,104-7 0,-59 0 0,-83 3 0,0 0 0,1 0 0,-1-1 0,0 0 0,1 0 0,-1 0 0,0-1 0,0 0 0,0 0 0,0 0 0,0 0 0,-1-1 0,1 0 0,-1 0 0,1 0 0,-1 0 0,0-1 0,-1 0 0,1 0 0,0 0 0,-1 0 0,0 0 0,0-1 0,0 0 0,-1 1 0,1-1 0,-1 0 0,0 0 0,-1 0 0,2-8 0,-2 9 0,-1 0 0,0 0 0,0 0 0,0 0 0,0 0 0,-1 0 0,0 0 0,1 0 0,-1 0 0,-1 1 0,1-1 0,-1 0 0,1 1 0,-1-1 0,0 1 0,0-1 0,-1 1 0,1 0 0,-1 0 0,1 0 0,-1 0 0,0 0 0,0 1 0,-6-4 0,-8-7 0,-2 0 0,0 2 0,-21-11 0,36 20 0,-26-13 0,0 1 0,0 2 0,-1 0 0,-1 3 0,0 0 0,0 2 0,-1 1 0,1 2 0,-1 1 0,0 2 0,0 1 0,-48 6 0,71-4-227,0 1-1,-1-1 1,1 2-1,0-1 1,-17 11-1,1 2-6598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0:58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0 24575,'0'2636'0,"29"-2272"0,-7-159 0,7 381 0,-34-481 0,-4-1 0,-41 183 0,1 3 0,14-67 0,17-101 0,6 1 0,5 193 0,7-309-99,-2 45 331,2-51-270,0 0 1,0 0-1,0 0 1,-1 0-1,1 0 1,0 0 0,0 0-1,0 0 1,-1 0-1,1 0 1,-1-1-1,1 1 1,-1 0-1,1 0 1,-1 0 0,1 0-1,-1 0 1,0-1-1,1 1 1,-1 0-1,0 0 1,0-1-1,1 1 1,-1-1 0,0 1-1,0-1 1,0 1-1,0-1 1,0 1-1,0-1 1,0 0 0,0 0-1,0 1 1,0-1-1,0 0 1,0 0-1,0 0 1,0 0-1,-2 0 1,-13-7-6789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00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24575,'568'34'0,"-5"40"0,-140-17 0,-180-38 0,286-16 0,-256-6 0,46 1 0,333 5 0,-442 9 0,102 2 0,1453-15 0,-1392 28 0,-1 0 0,-364-28 0,-1 1 0,0-1 0,1-1 0,-1 0 0,13-4 0,-20 6 0,1-1 0,0 1 0,0 0 0,0-1 0,-1 1 0,1 0 0,0-1 0,0 1 0,-1-1 0,1 0 0,0 1 0,-1-1 0,1 1 0,-1-1 0,1 0 0,-1 1 0,1-1 0,-1 0 0,1 0 0,-1 0 0,0 1 0,1-2 0,-1 0 0,-1 1 0,1 0 0,-1 0 0,1 0 0,-1 0 0,0 0 0,0 0 0,1 0 0,-1 0 0,0 0 0,0 0 0,0 0 0,0 0 0,0 0 0,0 1 0,0-1 0,0 0 0,0 1 0,0-1 0,-1 1 0,-1-1 0,-4-3 0,0 1 0,-1 0 0,1 0 0,-1 1 0,-16-4 0,31 18 0,10 3 0,17 8 0,28 21 0,-58-41 0,-1 0 0,1 1 0,-1-1 0,0 1 0,0-1 0,0 1 0,-1 0 0,1 0 0,-1 0 0,0 0 0,0 1 0,2 5 0,-4-7 0,0-1 0,0 1 0,0 0 0,0 0 0,-1 0 0,1 0 0,-1-1 0,0 1 0,0 0 0,0 0 0,0-1 0,0 1 0,0-1 0,-1 1 0,1-1 0,-1 0 0,0 1 0,0-1 0,0 0 0,0 0 0,0 0 0,0 0 0,-5 2 0,-8 7 0,-1-1 0,-26 13 0,23-13 0,-42 27-1365,44-23-5461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01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24575,'5'0'0,"5"0"0,6 0 0,0 4 0,7 11 0,-1 7 0,-5 5 0,0 1 0,1 6 0,3 1 0,-4-1 0,1-6 0,-2-4 0,-1-6 0,3-1 0,-3-3-8191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02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0 24575,'-5'0'0,"-5"0"0,-6 4 0,-9 7 0,-14 10 0,-13 9 0,-12 10 0,-7 11 0,3 1 0,4 1 0,14 1 0,14-6 0,15-10-8191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03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176 137 24575,'0'6'0,"-1"0"0,0-1 0,0 1 0,0-1 0,-1 1 0,0-1 0,0 1 0,0-1 0,-6 10 0,-35 45 0,21-31 0,-4 10 0,17-24 0,0 0 0,-2 0 0,-12 12 0,23-26 0,0-1 0,0 0 0,0 0 0,0 1 0,0-1 0,0 0 0,0 0 0,0 1 0,0-1 0,0 0 0,0 0 0,-1 1 0,1-1 0,0 0 0,0 0 0,0 1 0,-1-1 0,1 0 0,0 0 0,0 0 0,0 1 0,-1-1 0,1 0 0,0 0 0,0 0 0,-1 0 0,1 0 0,0 0 0,0 0 0,-1 0 0,1 1 0,0-1 0,-1 0 0,1 0 0,0 0 0,0 0 0,-1 0 0,1 0 0,0-1 0,-1 1 0,1 0 0,0 0 0,0 0 0,-1 0 0,1 0 0,0 0 0,0 0 0,-1-1 0,1 1 0,0 0 0,0 0 0,0 0 0,-1 0 0,1-1 0,0 1 0,0 0 0,0 0 0,-1-1 0,1 1 0,0 0 0,0 0 0,0-1 0,0 1 0,0 0 0,0-1 0,2-22 0,13-26 0,3 1 0,2 0 0,2 1 0,30-49 0,-46 87 0,0 0 0,0 0 0,0 0 0,1 1 0,1 0 0,-1 0 0,12-8 0,-16 14 0,-1 0 0,0 1 0,1-1 0,-1 1 0,0 0 0,1 0 0,-1 0 0,1 0 0,0 0 0,-1 0 0,1 1 0,0-1 0,0 1 0,-1 0 0,1 0 0,0 0 0,0 0 0,-1 0 0,1 1 0,0-1 0,0 1 0,-1 0 0,1 0 0,-1 0 0,1 0 0,-1 0 0,1 0 0,-1 1 0,0-1 0,1 1 0,-1 0 0,0-1 0,2 4 0,13 13-227,-1 1-1,-1 1 1,0 0-1,-2 1 1,21 43-1,-22-37-6598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04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24575,'-2'55'0,"0"-36"0,2 1 0,0 0 0,1-1 0,0 1 0,6 24 0,-6-42 0,0 1 0,0-1 0,0 0 0,0 0 0,0 1 0,0-1 0,0 0 0,1 0 0,-1 0 0,1-1 0,0 1 0,-1 0 0,1 0 0,0-1 0,0 1 0,0-1 0,0 0 0,0 0 0,0 1 0,3 0 0,0-1 0,0 0 0,-1 0 0,1 0 0,0-1 0,-1 1 0,1-1 0,0 0 0,0-1 0,8-1 0,-2 0 0,0-1 0,0 0 0,-1-1 0,1 0 0,-1 0 0,0-1 0,0-1 0,10-7 0,-9 4 0,-1-1 0,0 1 0,-1-1 0,16-22 0,-22 26 0,1 1 0,-1-1 0,0 0 0,0 0 0,-1 0 0,1 0 0,-2 0 0,1 0 0,0-1 0,-1 1 0,0-1 0,-1-6 0,-1 285 0,-3-94 0,5-132 0,1-21 0,-2 0 0,0 1 0,-2-1 0,-5 28 0,6-49 0,0 1 0,0 0 0,-1 0 0,1 0 0,-1-1 0,0 1 0,0-1 0,-1 0 0,1 1 0,-1-1 0,0 0 0,0 0 0,-1-1 0,1 1 0,-1-1 0,0 0 0,1 1 0,-1-2 0,-1 1 0,1 0 0,0-1 0,-1 0 0,1 0 0,-1 0 0,0-1 0,-7 3 0,8-4 0,0 1 0,0-1 0,1 0 0,-1 0 0,0 0 0,0 0 0,0-1 0,1 1 0,-1-1 0,0 0 0,1 0 0,-1-1 0,0 1 0,1-1 0,0 1 0,-1-1 0,1 0 0,0-1 0,0 1 0,0 0 0,0-1 0,0 0 0,1 1 0,-1-1 0,1 0 0,0-1 0,0 1 0,0 0 0,0 0 0,0-1 0,1 1 0,0-1 0,-2-5 0,-1-5 0,1 0 0,0 0 0,0 0 0,2 0 0,0 0 0,1 0 0,2-27 0,-2 39-52,0-1-1,1 1 1,-1-1-1,1 1 1,-1 0-1,1-1 1,0 1-1,0 0 1,0-1-1,0 1 1,0 0-1,1 0 1,-1 0-1,1 0 1,-1 0-1,1 0 1,0 1-1,-1-1 1,1 0-1,0 1 0,0-1 1,1 1-1,-1 0 1,0 0-1,4-2 1,17-3-6774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09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3266 24575,'51'-47'0,"91"-63"0,-88 71 0,86-81 0,-111 89 0,2 1 0,1 1 0,1 1 0,72-45 0,-18 25 0,-2-5 0,-2-3 0,-3-3 0,-2-4 0,98-104 0,-120 101 0,54-84 0,18-23 0,156-179 0,-191 241 0,5 5 0,162-136 0,-180 179 0,129-76 0,-106 74 0,641-359 0,-589 342 0,-77 36 0,119-93 0,-69 44 0,-33 41 0,-151 80 0,-69 55 0,-161 116 0,272-183 0,14-14 0,0-1 0,0 1 0,0 0 0,0 0 0,0 0 0,0 0 0,0 0 0,0 0 0,0 0 0,0 0 0,1 0 0,-1 0 0,0 0 0,0 0 0,0 0 0,0 0 0,0 0 0,0 0 0,0 0 0,0 0 0,0 0 0,0 0 0,1 0 0,-1 0 0,0 0 0,0 0 0,0 0 0,0 0 0,0 0 0,0 0 0,0 0 0,0 0 0,0 0 0,0 0 0,0 0 0,1 0 0,-1 0 0,0 0 0,0 1 0,0-1 0,0 0 0,0 0 0,0 0 0,0 0 0,0 0 0,0 0 0,0 0 0,0 0 0,0 0 0,0 0 0,0 0 0,0 1 0,0-1 0,0 0 0,0 0 0,0 0 0,0 0 0,0 0 0,0 0 0,0 0 0,0 0 0,0 0 0,0 1 0,0-1 0,35-16 0,72-52 0,190-155 0,-295 221 0,-1 1 0,1-1 0,0 0 0,0 1 0,0 0 0,0-1 0,0 1 0,0 0 0,1 0 0,-1 0 0,0 0 0,1 1 0,-1-1 0,0 0 0,1 1 0,-1 0 0,1-1 0,-1 1 0,1 0 0,-1 1 0,1-1 0,2 1 0,-3 0 0,1 1 0,-1 0 0,1 0 0,-1 0 0,0 0 0,0 0 0,0 0 0,0 0 0,-1 1 0,1-1 0,-1 1 0,1-1 0,-1 1 0,0 0 0,0-1 0,0 1 0,0 0 0,1 4 0,3 17 0,-1-1 0,-2 1 0,1 39 0,-3-43 0,1 0 0,0 0 0,2 0 0,0 0 0,11 37 0,-14-57 0,0 1 0,1 0 0,-1-1 0,0 1 0,0 0 0,0-1 0,0 1 0,1 0 0,-1-1 0,0 1 0,1 0 0,-1-1 0,1 1 0,-1-1 0,0 1 0,1-1 0,-1 1 0,1-1 0,-1 1 0,1-1 0,0 1 0,-1-1 0,1 0 0,-1 1 0,1-1 0,0 0 0,-1 0 0,2 1 0,7-17 0,-2-30 0,-5 26 0,0 0 0,-1 0 0,-1 0 0,-1 0 0,0 1 0,-7-33 0,7 48 0,-1 1 0,0 0 0,0 0 0,0-1 0,0 1 0,0 1 0,-1-1 0,1 0 0,-1 0 0,0 1 0,1 0 0,-1-1 0,-1 1 0,1 0 0,0 1 0,0-1 0,-1 0 0,1 1 0,-1 0 0,1 0 0,-1 0 0,1 0 0,-7 0 0,-10-2 0,0 2 0,0 0 0,-23 2 0,35 0 0,-433 39-1365,387-33-5461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10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24575,'45'48'0,"69"101"0,-53-65 0,-20-32 0,333 401 0,-340-425 117,-34-28-121,0 1-1,0-1 1,0 0 0,1 0 0,-1 0-1,0 0 1,0 0 0,0 0 0,1 0-1,-1 0 1,0 0 0,0 0-1,0 0 1,1 0 0,-1 0 0,0 0-1,0 0 1,0 0 0,1 0 0,-1 0-1,0 0 1,0 0 0,0 0 0,1 0-1,-1 0 1,0 0 0,0-1 0,0 1-1,0 0 1,1 0 0,-1 0-1,0 0 1,0 0 0,0-1 0,0 1-1,0 0 1,1 0 0,-1 0 0,0 0-1,0-1 1,0 1 0,0 0 0,0 0-1,0 0 1,0-1 0,0 1 0,0 0-1,-4-25-1272,-6-5-5549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10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614 1 24575,'-1'12'0,"-1"-1"0,0 1 0,0-1 0,-1 1 0,-1-1 0,0 0 0,-8 18 0,-45 73 0,48-88 0,-280 386 0,205-292 0,81-104 0,-1 1 0,1 0 0,-1-1 0,0 0 0,0 0 0,0 0 0,-1 0 0,1-1 0,-1 1 0,0-1 0,0 0 0,0-1 0,-1 1 0,1-1 0,-1 0 0,1-1 0,-1 1 0,1-1 0,-1 0 0,0 0 0,0-1 0,0 0 0,1 0 0,-1 0 0,0-1 0,-10-2 0,57-1 0,19 2-1365,-32 2-5461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11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59 24575,'4'0'0,"6"0"0,6 0 0,5 0 0,3 0 0,2 0 0,5 0 0,2-5 0,-5-6 0,-6-9 0,-8-2-8191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11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24575,'4'0'0,"7"0"0,5 0 0,0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11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13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3628 3315 24575,'-142'-121'0,"61"57"0,-46-42 0,4-6 0,-196-231 0,199 188 0,-183-225 0,216 282 0,-169-150 0,-422-313 0,234 228 0,-52-44 0,425 316 0,-3 3 0,-118-70 0,186 124 0,0 1 0,-1 0 0,1 0 0,-1 0 0,0 1 0,0 0 0,-9-2 0,15 4 0,1 0 0,-1 0 0,0 0 0,0 0 0,0 0 0,0 1 0,0-1 0,0 0 0,0 0 0,0 0 0,1 1 0,-1-1 0,0 0 0,0 1 0,0-1 0,1 1 0,-1-1 0,0 1 0,0 0 0,1-1 0,-1 1 0,0-1 0,0 2 0,0 0 0,1 0 0,-1 0 0,0 0 0,1 0 0,0 0 0,-1 1 0,1-1 0,0 0 0,0 0 0,0 0 0,0 0 0,1 0 0,-1 0 0,1 4 0,8 26 0,1-1 0,25 53 0,5 16 0,-36-82 0,-9-19 0,-15-29 0,0-11 0,2-2 0,2 0 0,1-2 0,3 1 0,-9-57 0,21 98 0,-1 0 0,1 0 0,-1 0 0,1 0 0,0-1 0,0 1 0,1 0 0,-1 0 0,1 0 0,-1 0 0,1 0 0,0 0 0,0 0 0,1 0 0,-1 0 0,0 0 0,1 1 0,0-1 0,-1 1 0,1-1 0,0 1 0,1-1 0,-1 1 0,0 0 0,1 0 0,-1 0 0,1 0 0,-1 1 0,1-1 0,0 1 0,5-3 0,7 0 0,0 0 0,0 1 0,0 0 0,0 1 0,21 1 0,-29 0 0,200 0 132,-27 2-1629,-122-4-5329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14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24575,'13'9'0,"14"11"0,10 17 0,5 14 0,2 8 0,4 8 0,-2-9 0,-4-4 0,-6-8 0,-8-11-8191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15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797 1 24575,'-9'1'0,"-1"0"0,0 0 0,1 1 0,-1 1 0,1 0 0,0 0 0,0 1 0,0 0 0,0 0 0,1 1 0,-12 8 0,1 1 0,2 0 0,-1 1 0,-25 30 0,-1 13 0,2 1 0,3 2 0,3 1 0,3 2 0,2 1 0,-30 94 0,47-111 0,2 1 0,1 0 0,-4 60 0,15-104 0,0 0 0,-1 0 0,0 0 0,0 0 0,0 0 0,-1 0 0,1-1 0,-1 1 0,0 0 0,-1-1 0,1 0 0,-6 8 0,5-9 0,0-1 0,0 0 0,0 0 0,-1 0 0,1 0 0,-1 0 0,1-1 0,-1 1 0,0-1 0,1 0 0,-1 0 0,0 0 0,0-1 0,0 0 0,1 1 0,-1-1 0,-4-1 0,-3 2 0,0-2 0,0 1 0,0-2 0,0 1 0,0-1 0,0-1 0,1 0 0,-1-1 0,1 0 0,0 0 0,-11-7 0,21 11 0,-1 0 0,1 0 0,-1-1 0,1 1 0,-1 0 0,1 0 0,-1-1 0,1 1 0,-1 0 0,1-1 0,0 1 0,-1-1 0,1 1 0,-1 0 0,1-1 0,0 1 0,-1-1 0,1 1 0,0-1 0,0 1 0,0-1 0,-1 1 0,1-1 0,0 1 0,0-1 0,0 0 0,0 1 0,0-1 0,0 1 0,0-1 0,0 0 0,15-5 0,28 6 0,-10 4-1365,-3 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15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24575,'18'0'0,"18"0"0,27 0 0,20 9 0,22 2 0,11 0 0,-5-1 0,-21-4-8191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1:16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24575,'9'0'0,"12"0"0,11 4 0,9 7 0,2 4 0,3 1 0,-7-2-8191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4:29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1001 24575,'2'-2'0,"-1"1"0,0-1 0,1 1 0,-1-1 0,0 0 0,0 1 0,0-1 0,0 0 0,0 0 0,0 0 0,-1 0 0,1 0 0,-1 0 0,1 0 0,-1 0 0,0 0 0,0 0 0,0-4 0,1 2 0,9-100 0,-5 0 0,-10-119 0,4 206 0,-2 0 0,0 0 0,0 0 0,-2 0 0,0 0 0,-1 1 0,-1 0 0,0 0 0,-1 1 0,-18-26 0,-11-8 0,-74-77 0,37 46 0,63 70 0,0 0 0,0 1 0,-1 0 0,0 1 0,-18-10 0,29 18 0,1 0 0,0 0 0,0 0 0,-1-1 0,1 1 0,0 0 0,0 0 0,-1 0 0,1 0 0,0 0 0,-1 0 0,1 0 0,0 0 0,-1 0 0,1 0 0,0 0 0,-1 0 0,1 0 0,0 0 0,-1 0 0,1 0 0,0 0 0,-1 0 0,1 0 0,0 0 0,-1 0 0,1 0 0,0 1 0,0-1 0,-1 0 0,1 0 0,0 0 0,0 1 0,-1-1 0,1 0 0,0 0 0,0 1 0,-1-1 0,1 0 0,0 0 0,0 1 0,0-1 0,-3 22 0,11 36 0,-6-45 0,15 134 0,-17-147 0,0 0 0,0 0 0,0 0 0,0 0 0,-1 0 0,1 0 0,0 0 0,0 0 0,0 0 0,0 0 0,0-1 0,0 1 0,-1 0 0,1 0 0,0 0 0,0 0 0,0 0 0,0 0 0,0 0 0,-1 0 0,1 0 0,0 0 0,0 0 0,0 0 0,0 0 0,0 1 0,0-1 0,-1 0 0,1 0 0,0 0 0,0 0 0,0 0 0,0 0 0,0 0 0,0 0 0,-1 0 0,1 0 0,0 0 0,0 1 0,0-1 0,0 0 0,0 0 0,-13-28 0,-13-39 0,22 57 0,1 1 0,0-1 0,1 0 0,0 0 0,0 0 0,0-18 0,3 25 0,-1 0 0,1 0 0,-1 1 0,1-1 0,0 1 0,0-1 0,1 1 0,-1-1 0,0 1 0,1 0 0,-1-1 0,1 1 0,0 0 0,0 0 0,0 0 0,0 0 0,0 1 0,0-1 0,0 0 0,1 1 0,-1 0 0,1-1 0,-1 1 0,1 0 0,-1 0 0,1 0 0,-1 1 0,1-1 0,0 1 0,2-1 0,16-2-227,0 1-1,0 1 1,0 1-1,0 1 1,31 5-1,-4 1-6598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4:30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78 24575,'-2'47'0,"1"-34"0,-1 1 0,2-1 0,0 0 0,1 0 0,0 0 0,1 0 0,6 23 0,-7-33 0,1 0 0,0-1 0,0 1 0,0-1 0,0 0 0,1 0 0,-1 0 0,1 0 0,-1 0 0,1 0 0,0-1 0,-1 1 0,1-1 0,0 0 0,0 0 0,0 0 0,0 0 0,0 0 0,6 0 0,70 4 0,-61-5 0,21 0 0,-1-1 0,1-2 0,-1-2 0,0-2 0,0-1 0,-1-1 0,0-3 0,0-1 0,-2-1 0,1-2 0,-2-2 0,-1-1 0,48-35 0,-77 51-68,0 0 0,0-1-1,0 1 1,0-1 0,-1 0 0,0 0-1,0 0 1,0-1 0,0 1 0,-1 0-1,1-1 1,-1 0 0,0 0 0,-1 0-1,1 0 1,-1 0 0,0 0-1,0 0 1,0-6 0,-2-10-6758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34:30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0 24575,'-6'112'0,"-31"180"0,8-91 0,2-37 57,13-92-768,-6 95 0,20-139-6115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31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414 197 24575,'-1'4'0,"1"0"0,-2-1 0,1 1 0,0 0 0,-1-1 0,0 0 0,1 1 0,-1-1 0,-1 0 0,1 0 0,0 0 0,-4 3 0,-8 12 0,5-3 0,1 0 0,0 1 0,1-1 0,0 2 0,2-1 0,0 1 0,1-1 0,0 1 0,1 1 0,1-1 0,1 0 0,1 29 0,3-22 0,0-1 0,2-1 0,0 1 0,2-1 0,0 0 0,2 0 0,0-1 0,20 34 0,-4-18 0,1-1 0,1-1 0,3-1 0,0-1 0,2-2 0,1-2 0,2 0 0,0-3 0,59 34 0,-49-36 0,1-3 0,1-1 0,1-2 0,1-2 0,0-3 0,1-1 0,0-3 0,1-2 0,-1-2 0,1-3 0,90-6 0,-131 3 0,0-1 0,1 0 0,-1-1 0,0 0 0,0 0 0,-1-1 0,1 0 0,-1-1 0,0 0 0,0 0 0,0-1 0,-1 0 0,0 0 0,0-1 0,-1-1 0,0 1 0,0-1 0,9-13 0,-7 5 0,-1 0 0,0 0 0,-1 0 0,-1-1 0,-1 0 0,0 0 0,-1-1 0,-1 1 0,1-36 0,-2 15 0,-1 0 0,-3 0 0,-1 0 0,-14-67 0,10 78 0,-2 0 0,0 0 0,-2 1 0,-1 0 0,-1 1 0,-1 0 0,-20-26 0,6 15 0,-2 1 0,-1 1 0,-2 2 0,-1 1 0,-2 1 0,-1 3 0,0 1 0,-3 1 0,0 2 0,-1 2 0,0 2 0,-2 2 0,-1 1 0,0 3 0,0 1 0,-1 2 0,-1 3 0,-63-4 0,51 7 0,-1 2 0,0 3 0,-100 14 0,139-12 0,0 2 0,1 0 0,-1 1 0,1 1 0,0 1 0,1 0 0,0 2 0,0 0 0,1 1 0,0 1 0,1 0 0,0 1 0,1 1 0,-19 22 0,19-17 17,1 1 0,0 0 1,2 1-1,0 1 0,2 0 0,-15 42 0,22-54-100,0 1 1,0-1-1,1 1 1,1-1-1,-1 1 1,2 0-1,-1 0 1,2-1-1,-1 1 1,2 0-1,-1-1 1,1 1-1,1 0 1,0-1-1,0 0 1,1 0-1,8 15 1,25 26-6744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3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142 253 24575,'-7'3'0,"1"0"0,0 1 0,1-1 0,-1 1 0,0 1 0,1-1 0,0 1 0,0 0 0,1 0 0,-1 0 0,1 1 0,0-1 0,1 1 0,-5 9 0,-1 3 0,0 0 0,2 1 0,-9 35 0,9-26 0,1 0 0,2 1 0,1 0 0,2 0 0,0 0 0,4 32 0,-1-46 0,0 0 0,2-1 0,-1 0 0,1 1 0,1-1 0,1-1 0,0 1 0,1-1 0,0 0 0,1 0 0,0-1 0,1 0 0,19 19 0,-11-16 0,0-1 0,0 0 0,2-2 0,-1 0 0,2-1 0,-1-1 0,2 0 0,-1-2 0,1-1 0,0 0 0,1-1 0,0-2 0,-1 0 0,1-1 0,1-1 0,-1-1 0,0-2 0,0 0 0,0-1 0,32-7 0,-42 5 0,0 0 0,-1-1 0,1 0 0,-1-1 0,0 0 0,0-1 0,-1 0 0,0 0 0,0-1 0,-1-1 0,0 0 0,0 0 0,-1-1 0,0 0 0,11-20 0,3-8 0,-2-1 0,-1 0 0,16-52 0,-19 45 0,-1-1 0,-3-1 0,-2 0 0,-2 0 0,-2-1 0,-2 0 0,-2 0 0,-6-64 0,3 106 0,0 0 0,0 0 0,-1 0 0,0 1 0,0-1 0,0 0 0,-1 1 0,0 0 0,0-1 0,-1 1 0,1 0 0,-2 1 0,1-1 0,0 1 0,-1 0 0,-11-9 0,7 7 0,-1 1 0,1 0 0,-2 1 0,1 0 0,0 1 0,-1 0 0,0 1 0,0 0 0,-20-2 0,2 2 0,0 1 0,0 2 0,0 1 0,0 1 0,0 2 0,1 0 0,-42 13 0,35-3-124,0 1 0,1 1 0,0 2 0,1 1 0,2 2 0,0 1-1,1 1 1,1 2 0,1 1 0,-39 48 0,50-53-6702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35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52 309 24575,'-1'14'0,"-1"0"0,0 0 0,-1-1 0,-1 1 0,-5 13 0,-7 31 0,11-37 0,1 1 0,1-1 0,1 1 0,2-1 0,1 30 0,0-44 0,0 0 0,1 0 0,0 0 0,0-1 0,0 1 0,1-1 0,0 1 0,0-1 0,0 0 0,1 0 0,0 0 0,1-1 0,-1 0 0,1 1 0,0-1 0,0-1 0,0 1 0,1-1 0,-1 0 0,11 5 0,10 4 0,0-2 0,0-1 0,2-1 0,-1-1 0,1-1 0,0-2 0,29 2 0,205 2 0,-245-9 0,60-1 0,0-4 0,102-20 0,-130 15 0,-1-3 0,0-1 0,-1-3 0,75-37 0,-110 48 0,1-1 0,-1-1 0,0 0 0,-1-1 0,0 0 0,0-1 0,-1 0 0,0 0 0,-1-1 0,11-16 0,-15 18 0,0 0 0,-1-1 0,0 0 0,0 0 0,-1 0 0,0 0 0,-1 0 0,0-1 0,-1 1 0,0-1 0,-1 1 0,0-1 0,0 1 0,-4-17 0,1 8 0,-1 1 0,0 0 0,-2 0 0,0 0 0,-1 1 0,-1 0 0,0 0 0,-2 1 0,1 0 0,-2 0 0,0 2 0,-1-1 0,-1 1 0,0 1 0,0 0 0,-2 1 0,1 0 0,-2 1 0,1 1 0,-1 1 0,-1 0 0,0 1 0,0 1 0,-1 0 0,-30-7 0,-31-2 0,-1 4 0,0 3 0,0 3 0,0 4 0,-106 11 0,162-8-151,1 1-1,-1 1 0,1 1 0,0 1 1,0 1-1,1 1 0,0 1 1,-27 13-1,8 6-6674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36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24575,'1'23'0,"1"0"0,1 0 0,1 0 0,1 0 0,1-1 0,2 0 0,0 0 0,1-1 0,0 0 0,2 0 0,1-1 0,0-1 0,17 20 0,-17-23 0,1-2 0,0 0 0,1 0 0,0-1 0,1-1 0,1 0 0,0-1 0,0-1 0,1 0 0,0-2 0,1 0 0,0 0 0,0-2 0,1 0 0,0-2 0,20 4 0,-28-7 0,1-1 0,-1 1 0,0-2 0,1 0 0,-1 0 0,0-1 0,0 0 0,0-1 0,0 0 0,0-1 0,-1 0 0,1-1 0,-1 0 0,0-1 0,-1 0 0,1 0 0,-1-1 0,0 0 0,-1-1 0,13-13 0,-10 7 0,-1 1 0,-1-2 0,0 1 0,-1-1 0,0-1 0,-2 1 0,1-1 0,-2 0 0,0-1 0,-1 1 0,-1-1 0,0 0 0,0-20 0,-1 11 0,-2 0 0,0 0 0,-2-1 0,-1 1 0,-8-35 0,10 54 0,-2 0 0,1 0 0,-1 0 0,0 0 0,0 1 0,-1-1 0,0 1 0,0 0 0,-1 0 0,0 0 0,0 0 0,0 1 0,0 0 0,-1 0 0,0 1 0,0-1 0,0 1 0,-1 0 0,1 1 0,-1 0 0,0 0 0,0 0 0,-10-2 0,0 1 10,1 1 0,-1 1 0,0 0 0,0 2 0,0-1 0,0 2 0,0 0 0,0 1 0,0 1 0,1 1 0,-23 7 0,27-7-103,0 1 0,1 0 1,-1 1-1,1 1 0,0-1 0,0 2 0,1-1 0,0 1 1,1 1-1,0 0 0,0 0 0,1 1 0,0 0 1,0 1-1,-9 18 0,2 5-6733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37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1 330 24575,'0'11'0,"0"-1"0,1 1 0,0 0 0,1 0 0,0-1 0,1 1 0,0-1 0,0 0 0,1 0 0,1 0 0,-1 0 0,2-1 0,-1 0 0,1 0 0,1 0 0,0-1 0,0 1 0,0-2 0,11 9 0,-4-4 0,1-1 0,0-1 0,0 0 0,1-1 0,0-1 0,0 0 0,1-1 0,0-1 0,1 0 0,-1-2 0,1 0 0,0-1 0,0 0 0,0-2 0,0 0 0,1-1 0,-1-1 0,0-1 0,33-7 0,-21 2 0,-1-1 0,0-2 0,-1-1 0,0-1 0,-1-2 0,0-1 0,-1 0 0,-1-2 0,-1-1 0,0-1 0,26-27 0,-41 36 0,0 0 0,-1 0 0,0-1 0,-1 0 0,0 0 0,0-1 0,-1 1 0,-1-1 0,0-1 0,6-23 0,-7 16 0,-2 0 0,0 0 0,-1 0 0,-1 0 0,0-1 0,-6-28 0,5 44 0,1 0 0,-2 0 0,1 0 0,0 0 0,-1 1 0,0-1 0,0 0 0,0 1 0,-1 0 0,1-1 0,-1 1 0,0 0 0,-1 0 0,1 1 0,-1-1 0,1 1 0,-8-6 0,4 5 0,-1 0 0,1 0 0,-1 1 0,0 0 0,0 0 0,0 1 0,0 0 0,0 0 0,-1 1 0,-7 0 0,-6 0 0,-1 2 0,1 0 0,0 2 0,0 0 0,1 2 0,-1 0 0,-30 12 0,22-4 17,1 2 0,1 0 1,0 2-1,2 1 0,-1 1 0,-40 40 0,28-20-388,1 3-1,3 1 1,-32 49 0,5 5-6455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33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62 24575,'-1'101'0,"-1"-24"0,11 109 0,-8-175 0,1-1 0,0 0 0,1 0 0,0 0 0,1 0 0,0 0 0,0 0 0,1-1 0,0 0 0,1 0 0,0 0 0,13 14 0,-9-14 0,0 0 0,0-1 0,1 0 0,0-1 0,0 0 0,1-1 0,0 0 0,0-1 0,14 5 0,22 2 0,0-3 0,0-1 0,1-3 0,73-1 0,-87-3 0,397-2 0,-367-4 0,-1-2 0,0-4 0,-1-2 0,104-35 0,-148 41 0,-1 0 0,0-2 0,0 0 0,-1-1 0,0-1 0,25-21 0,-35 26 0,-1 0 0,0 0 0,-1-1 0,1 0 0,-1 0 0,-1-1 0,1 1 0,-1-1 0,-1 0 0,1 0 0,-1 0 0,-1-1 0,1 1 0,-2-1 0,1 1 0,-1-1 0,0-13 0,-1 9 0,-2 0 0,1-1 0,-2 1 0,0 0 0,0 0 0,-1 0 0,-1 1 0,0-1 0,-1 1 0,0 0 0,-16-22 0,10 17 0,-2 1 0,0-1 0,0 2 0,-2 0 0,0 1 0,-34-23 0,35 29 0,0 1 0,-1 0 0,0 0 0,0 2 0,0 0 0,-1 1 0,1 1 0,-32-3 0,-145 5 0,117 3 0,-11-1 0,0 4 0,1 3 0,-1 4 0,2 4 0,0 4 0,1 3 0,-94 40 0,168-59-124,0 0 0,0 0 0,0 1 0,0 1 0,1-1 0,0 2-1,0-1 1,1 1 0,-1 1 0,-11 14 0,7 0-6702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34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46 414 24575,'-7'15'0,"0"1"0,0 0 0,2 0 0,0 0 0,0 1 0,2-1 0,0 1 0,1 0 0,1 0 0,0 0 0,1 0 0,1 0 0,1 1 0,0-2 0,2 1 0,8 28 0,-7-32 0,0 0 0,1 0 0,1-1 0,0 1 0,1-1 0,0-1 0,0 0 0,2 0 0,-1 0 0,1-1 0,1-1 0,0 0 0,0 0 0,1-1 0,0-1 0,0 0 0,1 0 0,-1-1 0,2-1 0,20 6 0,-14-5 0,1-2 0,-1 0 0,1-1 0,0-1 0,0-1 0,34-2 0,-43-1 0,0 0 0,0 0 0,-1-1 0,1 0 0,-1-1 0,0-1 0,0 0 0,0 0 0,-1-1 0,1 0 0,-1-1 0,-1 0 0,12-11 0,1-5 0,0-2 0,-1-1 0,-2-1 0,-1 0 0,-1-1 0,-1-1 0,-2-1 0,-1 0 0,-1-1 0,-1 0 0,-2-1 0,-1 0 0,-2 0 0,-1-1 0,-2 1 0,-1-65 0,-2 63 0,1 9 0,-2-1 0,0 0 0,-2 0 0,-8-33 0,10 53 0,-1 0 0,0 0 0,0 0 0,-1 1 0,0-1 0,1 1 0,-2 0 0,1 0 0,-1 0 0,0 0 0,0 0 0,0 1 0,0 0 0,-1 0 0,0 0 0,0 0 0,0 1 0,0 0 0,0 0 0,-1 0 0,1 1 0,-1-1 0,-10-1 0,0 1 0,-1 0 0,1 2 0,-1 0 0,0 1 0,1 0 0,-1 2 0,0 0 0,1 0 0,-1 2 0,1 0 0,0 1 0,-17 8 0,-12 7 0,1 1 0,-70 49 0,73-44-273,2 2 0,1 1 0,1 3 0,-35 38 0,46-40-6553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37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232 118 24575,'-5'3'0,"0"1"0,0 0 0,0 0 0,1 1 0,0-1 0,-1 1 0,1 0 0,-5 8 0,-3 4 0,-10 12 0,0 2 0,3 0 0,-27 55 0,38-69 0,1 1 0,0 0 0,2 1 0,0-1 0,1 1 0,1 0 0,0 1 0,1 33 0,3-46 0,0 0 0,0 0 0,1-1 0,0 1 0,0 0 0,0-1 0,1 0 0,0 1 0,1-1 0,-1-1 0,1 1 0,0 0 0,0-1 0,1 0 0,0 0 0,0 0 0,0 0 0,0-1 0,1 0 0,0 0 0,0 0 0,0-1 0,0 0 0,0 0 0,10 2 0,13 5 0,0-2 0,0-1 0,0-1 0,44 2 0,-4-2 0,0-2 0,-1-4 0,95-11 0,-153 10 0,0 0 0,0-1 0,0 0 0,-1-1 0,1 0 0,-1-1 0,1 0 0,-1 0 0,0-1 0,-1 0 0,1 0 0,-1-1 0,0-1 0,-1 1 0,1-1 0,-1 0 0,-1-1 0,1 0 0,-1 0 0,0 0 0,-1-1 0,0 1 0,-1-1 0,0-1 0,0 1 0,5-19 0,-3 3 0,-1 0 0,-1-1 0,-2 1 0,0-1 0,-2 0 0,0 0 0,-2 0 0,-1 1 0,-1-1 0,-1 1 0,-1 0 0,-10-26 0,12 39 0,-1 0 0,-1 1 0,1-1 0,-2 1 0,0 0 0,0 0 0,-1 1 0,0 0 0,-1 1 0,0 0 0,-1 0 0,1 0 0,-2 2 0,1-1 0,-1 1 0,0 1 0,-1 0 0,1 0 0,-1 1 0,0 1 0,-1 0 0,1 0 0,-1 2 0,1-1 0,-24 0 0,11 3 12,0 1 0,0 2 0,1 0 0,-1 2 0,1 0 0,0 2 0,0 0 0,0 2 0,-27 14 0,-5 7-507,1 2 0,-67 52 0,14-1-6331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38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338 275 24575,'-12'0'0,"1"0"0,-1 1 0,1 1 0,-1 0 0,1 0 0,0 1 0,0 1 0,0 0 0,0 0 0,0 1 0,1 1 0,0-1 0,0 2 0,1-1 0,0 1 0,0 1 0,0 0 0,1 0 0,0 0 0,1 1 0,0 1 0,-10 15 0,2 2 0,1 1 0,2 0 0,0 1 0,2 0 0,1 0 0,1 1 0,2 1 0,1-1 0,1 1 0,2 0 0,1 0 0,1 0 0,8 48 0,-6-69 0,0 0 0,1-1 0,0 1 0,1-1 0,0 0 0,1 0 0,0 0 0,0-1 0,1 0 0,0 0 0,0 0 0,1-1 0,0 0 0,0 0 0,1 0 0,0-1 0,0 0 0,0-1 0,1 0 0,10 5 0,16 5 0,0-2 0,0-1 0,73 14 0,18-1 0,2-6 0,0-6 0,214-5 0,-327-9 0,1 0 0,-1-1 0,0-1 0,0 0 0,-1 0 0,1-2 0,-1 0 0,0-1 0,0 0 0,0-1 0,22-15 0,-22 11 0,-2 0 0,1-1 0,-1 0 0,-1-1 0,-1 0 0,1-1 0,-2 0 0,0 0 0,-1-1 0,9-22 0,-7 11 0,-1-1 0,-1 0 0,-2 0 0,0-1 0,-2 0 0,-1 0 0,-1 0 0,-2 0 0,-1 0 0,-1 0 0,-1 0 0,-1 0 0,-2 0 0,-1 1 0,-1 0 0,-22-51 0,18 52 0,-2 0 0,0 1 0,-1 1 0,-2 0 0,0 1 0,-2 1 0,0 1 0,-1 0 0,-1 2 0,-1 0 0,-1 2 0,-1 0 0,0 2 0,-1 0 0,0 2 0,-46-18 0,19 16 0,0 2 0,-1 2 0,-71-6 0,-164 10 0,258 7 0,-1 3 0,0 0 0,1 2 0,0 1 0,0 1 0,-29 12 0,47-15 0,1 2 0,-1-1 0,1 1 0,0 1 0,1 0 0,-1 0 0,2 1 0,-1 0 0,1 1 0,0 0 0,1 1 0,0 0 0,0 0 0,1 0 0,1 1 0,-1 0 0,-5 15 0,6-6-195,1-1 0,0 1 0,1 0 0,1 0 0,1 0 0,1 27 0,2-3-6631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45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3 193 24575,'118'0'0,"667"20"0,-634-8 0,477 33 0,3-42 0,-618-4 0,12 1 0,1-1 0,0-2 0,-1-1 0,0-1 0,33-10 0,-58 15 0,1 0 0,-1 0 0,0 0 0,0 0 0,1 0 0,-1 0 0,0 0 0,0 0 0,1 0 0,-1 0 0,0 0 0,0 0 0,0 0 0,1 0 0,-1 0 0,0 0 0,0 0 0,1 0 0,-1 0 0,0 0 0,0-1 0,0 1 0,0 0 0,1 0 0,-1 0 0,0 0 0,0-1 0,0 1 0,0 0 0,1 0 0,-1 0 0,0-1 0,0 1 0,0 0 0,0 0 0,0 0 0,0-1 0,0 1 0,0 0 0,0 0 0,0-1 0,0 1 0,0 0 0,0 0 0,0 0 0,0-1 0,0 1 0,0 0 0,0 0 0,0-1 0,0 1 0,0 0 0,0 0 0,0 0 0,0-1 0,0 1 0,-1 0 0,1 0 0,0 0 0,0-1 0,0 1 0,-1 0 0,-20-6 0,-151-19 0,-319-4 0,415 27 0,-512-10 0,-269-8 0,570-4 0,261 19 0,26 5 0,0 0 0,0 0 0,0 0 0,0 0 0,0 0 0,0 0 0,0 0 0,0 0 0,0 0 0,0 0 0,0 0 0,0 0 0,1 0 0,-1 0 0,0-1 0,0 1 0,0 0 0,0 0 0,0 0 0,0 0 0,0 0 0,0 0 0,0 0 0,0 0 0,0 0 0,0 0 0,0 0 0,0-1 0,0 1 0,0 0 0,0 0 0,0 0 0,54 0 0,-39 1 0,723 64-430,-408-27-564,-68-12 739,948 107-54,-1155-124 309,-55-9 0,-1 0 0,1 0 0,0 1 0,0-1 0,0 0 0,0 0 0,0 0 0,0 0 0,0 0 0,0 0 0,0 0 0,0 0 0,0 1 0,0-1 0,0 0 0,0 0 0,0 0 0,0 0 0,0 0 0,0 0 0,0 0 0,0 0 0,0 0 0,0 1 0,0-1 0,1 0 0,-1 0 0,0 0 0,0 0 0,0 0 0,0 0 0,0 0 0,0 0 0,0 0 0,0 0 0,0 0 0,0 1 0,0-1 0,0 0 0,1 0 0,-1 0 0,0 0 0,0 0 0,0 0 0,0 0 0,0 0 0,0 0 0,0 0 0,-28 2 0,-672-1-22,356-6 203,-809 2 908,1389 4-945,370-2 452,-554 0-596,54-8 0,-91 5 0,-13 1 0,-26-5 0,-211-29 0,-401-10 0,560 50 0,260 24 0,-80-15 0,200 27 0,121 18-283,454 57-1237,4-34 532,-853-79 966,-1 2 136,0-2-1,38-4 0,-66 3-74,0 0 0,-1 0 0,1 0 0,0 0 0,0 0 0,-1 0 0,1 0 0,0 0 0,-1 0 0,1-1 0,0 1 0,-1 0 0,1 0 0,-1-1 0,1 1 0,0 0 0,-1-1 0,1 1 0,-1-1-1,1 1 1,-1 0 0,1-1 0,-1 1 0,1-1 0,-1 0 0,0 1 0,1-1 0,-1 1 0,0-1 0,1 1 0,-1-1 0,0 0 0,0 1 0,1-1 0,-1 0 0,0 1 0,0-1 0,0 0 0,0 1 0,0-1 0,0 0 0,0 0 0,0 1 0,0-1 0,-1 0 0,1 1 0,0-1 0,0 1 0,-1-1 0,1 0 0,0 1 0,0-1 0,-1 1 0,1-1 0,-1 0 0,1 1 0,-1-1 0,1 1 0,-1-1 0,1 1-1,-1 0 1,0-1 0,-40-40-91,32 33 122,-375-316-70,152 135 0,219 175 0,20 13 0,27 17 0,30 22 0,-2 4 0,-2 2 0,65 63 0,-123-106 0,1 1 0,-1 0 0,0 0 0,0 0 0,1 0 0,-1 0 0,0 1 0,-1-1 0,1 0 0,0 1 0,-1 0 0,1-1 0,-1 1 0,0 0 0,0 0 0,0-1 0,0 1 0,-1 0 0,1 0 0,-1 0 0,0 0 0,0 0 0,0 0 0,0 0 0,0 0 0,0 0 0,-1 0 0,0 0 0,1 0 0,-1 0 0,0 0 0,0 0 0,-1-1 0,1 1 0,-1 0 0,1-1 0,-1 1 0,0-1 0,-4 4 0,-16 18 0,0-1 0,-2-2 0,0 0 0,-2-2 0,-45 27 0,11-6 0,-60 40 0,18-14 0,-100 86 0,196-147 0,0 1 0,1-1 0,-1 1 0,1 0 0,-5 8 0,9-13 0,1-1 0,-1 1 0,1-1 0,0 0 0,-1 1 0,1-1 0,0 1 0,-1-1 0,1 1 0,0 0 0,0-1 0,0 1 0,-1-1 0,1 1 0,0-1 0,0 1 0,0-1 0,0 1 0,0 0 0,0-1 0,0 1 0,0-1 0,0 1 0,1-1 0,-1 1 0,0 0 0,0-1 0,0 1 0,1-1 0,-1 1 0,0-1 0,1 1 0,-1-1 0,0 1 0,1-1 0,-1 0 0,0 1 0,1-1 0,-1 1 0,1-1 0,-1 0 0,1 1 0,-1-1 0,1 0 0,-1 0 0,1 1 0,-1-1 0,1 0 0,-1 0 0,1 0 0,0 0 0,-1 0 0,1 0 0,0 0 0,37-3 0,-7-4 0,1-3 0,-1 0 0,36-18 0,91-53 0,-104 52 0,-11 7 0,81-45 0,-108 56 0,0 0 0,0 0 0,-1-2 0,25-25 0,-23 11-1365,-12 8-5461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45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24575,'2'0'0,"19"0"0,0 0 0,28 5 0,-41-3 0,0 0 0,0 1 0,0-1 0,0 1 0,-1 1 0,1 0 0,-1 0 0,0 0 0,7 6 0,13 13 0,-1 1 0,-1 1 0,-2 1 0,21 29 0,80 127 0,-48-68 0,-42-64 0,5 9 0,3-1 0,2-3 0,69 68 0,-100-111 24,0-2 0,1 0 0,0-1 0,16 9 0,-28-17-75,1 1 0,0-1-1,-1 1 1,1-1 0,0 0 0,0 0 0,0 0-1,0 0 1,0 0 0,1-1 0,-1 1 0,0-1-1,0 0 1,0 0 0,0 0 0,1-1-1,-1 1 1,0-1 0,0 1 0,0-1 0,0 0-1,0 0 1,0-1 0,0 1 0,-1-1 0,1 1-1,0-1 1,2-2 0,6-12-6775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46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646 1 24575,'-5'0'0,"-5"0"0,-12 0 0,-10 13 0,-4 15 0,-10 24 0,-12 32 0,-8 24 0,-8 17 0,4 10 0,6-9 0,12-16 0,16-23 0,10-21 0,4-17 0,6-13 0,5-12-8191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50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508 2768 24575,'21'-704'0,"13"-70"0,-34-2 0,-2 339 0,2 433 0,1 1 0,-1-1 0,0 0 0,-1 0 0,1 0 0,-1 0 0,0 0 0,0 0 0,0 1 0,0-1 0,-1 0 0,1 1 0,-1-1 0,0 1 0,-2-4 0,1 6 0,1-1 0,0 1 0,0 0 0,0 0 0,-1 0 0,1 1 0,-1-1 0,1 0 0,0 1 0,-1 0 0,1-1 0,-1 1 0,1 0 0,-1 0 0,1 1 0,-1-1 0,1 0 0,-1 1 0,1 0 0,-1-1 0,1 1 0,0 0 0,0 0 0,-1 0 0,-2 3 0,-26 11 0,1 1 0,1 2 0,-53 41 0,-74 78 0,130-113 0,-19 23 0,35-35 0,-1 0 0,-1-1 0,1 0 0,-21 13 0,32-24 0,0 0 0,0 0 0,1-1 0,-1 1 0,0 0 0,0 0 0,0 0 0,0 0 0,0 0 0,0-1 0,0 1 0,0 0 0,0 0 0,0 0 0,0 0 0,0-1 0,0 1 0,0 0 0,0 0 0,0 0 0,0 0 0,0 0 0,0-1 0,-1 1 0,1 0 0,0 0 0,0 0 0,0 0 0,0 0 0,0-1 0,0 1 0,0 0 0,0 0 0,-1 0 0,1 0 0,0 0 0,0 0 0,0 0 0,0 0 0,0 0 0,-1 0 0,1-1 0,0 1 0,0 0 0,0 0 0,0 0 0,-1 0 0,1 0 0,0 0 0,0 0 0,0 0 0,0 0 0,0 0 0,-1 0 0,1 0 0,0 1 0,9-21 0,1 1 0,1 1 0,1 0 0,1 0 0,17-19 0,-4 5 0,0-2 0,58-70 0,-73 92 0,1 0 0,0 1 0,0 0 0,1 1 0,27-15 0,-35 22 0,0 1 0,-1 0 0,1 1 0,1-1 0,-1 1 0,0 0 0,0 0 0,0 0 0,1 1 0,-1 0 0,0 0 0,1 0 0,-1 1 0,9 2 0,-4 0 0,-1 0 0,0 0 0,1 1 0,-2 1 0,1 0 0,-1 0 0,12 9 0,2 5 0,0 1 0,-1 2 0,-1 0 0,20 29 0,111 192-1365,-116-180-5461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51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24575,'5'-4'0,"10"-2"0,17 9 0,12 27 0,2 23 0,4 25 0,-3 17 0,1 3 0,-5-8 0,-8-13 0,-6-15 0,-4-19 0,-1-17 0,5-12 0,10-18 0,0-8-8191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5:51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556 0 24575,'0'9'0,"-14"26"0,-14 30 0,-15 27 0,-15 26 0,-7 14 0,-5 19 0,8 1 0,6-2 0,9-18 0,6-26 0,11-27 0,6-26 0,6-23-8191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2.1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45 0 24575,'0'5'0,"0"6"0,0 5 0,0 10 0,0 9 0,-5 3 0,-1 5 0,0 4 0,-4 3 0,1 7 0,1-6-8191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2.3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124 0 24575,'0'19'0,"-4"19"0,-7 32 0,-6 26 0,-4 19 0,1 15 0,-1 2 0,4-7 0,4-25-8191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2.4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1 24575,'0'4'0,"0"11"0,0 8 0,0 4 0,0 6 0,0 3 0,-4 5 0,-3-6-8191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2.6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61 1 24575,'0'9'0,"-5"17"0,-1 13 0,0 9 0,1 6 0,-2 3 0,-2 5 0,-2 6 0,0-8-8191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2.8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0 24575,'0'10'0,"-4"16"0,-2 18 0,0 10 0,1 6 0,2 1 0,1 0 0,-4-6 0,0-3 0,0-11-8191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3.6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 24575,'0'-5'0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3.8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24575,'4'0'0,"7"0"0,6 0 0,9 0 0,4 0 0,8 0 0,5 0 0,0 0 0,-7 0-8191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3.9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24575,'9'0'0,"12"0"0,8 0 0,7 0 0,7 0 0,6 0 0,8 0 0,-6 0-8191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4.1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22 24575,'9'0'0,"8"0"0,5 0 0,8 0 0,4-5 0,1-1 0,3 0 0,-5 2-8191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4.2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17 24575,'9'0'0,"13"0"0,6 0 0,9 0 0,6-4 0,5-2 0,-5 0-8191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33.6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0 307 24575,'3'0'0,"-1"1"0,1-1 0,0 1 0,-1 0 0,1 0 0,-1 0 0,1 0 0,-1 1 0,0-1 0,0 1 0,1-1 0,-1 1 0,0 0 0,0 0 0,0 0 0,-1 0 0,4 4 0,29 48 0,-23-35 0,2 2 0,0 0 0,1-1 0,2-1 0,0-1 0,22 21 0,-33-35 0,-1 0 0,1 0 0,0-1 0,0 1 0,1-1 0,-1-1 0,1 1 0,-1-1 0,1 0 0,0 0 0,0-1 0,0 1 0,0-1 0,0-1 0,0 1 0,0-1 0,0 0 0,0 0 0,0-1 0,0 0 0,0 0 0,0 0 0,0-1 0,-1 0 0,1 0 0,8-4 0,-1-2 0,0-1 0,-1 0 0,-1 0 0,1-1 0,-1-1 0,-1 0 0,0 0 0,-1-1 0,0 0 0,0-1 0,-2 0 0,1 0 0,6-18 0,-1 0 0,-2 0 0,-1-1 0,-1 0 0,-2-1 0,4-34 0,-10 57 0,0-1 0,-1 0 0,0 0 0,0 0 0,-1 0 0,-1 0 0,1 0 0,-2 1 0,-3-12 0,4 19 0,1 0 0,-1 0 0,1 0 0,-1 0 0,0 0 0,0 0 0,0 1 0,-1-1 0,1 1 0,-1-1 0,1 1 0,-1 0 0,0 0 0,0 0 0,1 1 0,-1-1 0,-1 1 0,1-1 0,0 1 0,0 0 0,-1 0 0,1 0 0,0 1 0,-1-1 0,1 1 0,0 0 0,-1 0 0,1 0 0,-1 0 0,1 1 0,-1-1 0,1 1 0,-4 1 0,-2 1 0,1 0 0,0 0 0,0 1 0,-1 0 0,2 0 0,-1 1 0,1 0 0,-1 0 0,1 1 0,1 0 0,-1 0 0,-8 11 0,-3 6 0,0 0 0,-21 41 0,15-16-455,1 1 0,-29 99 0,30-74-6371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35.3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230 1 24575,'-29'474'0,"29"-471"0,-5 36 0,5-37 0,0-1 0,0 1 0,0 0 0,0-1 0,0 1 0,-1-1 0,1 0 0,-1 1 0,1-1 0,-1 1 0,0-1 0,1 0 0,-1 1 0,0-1 0,0 0 0,0 0 0,0 0 0,-2 2 0,2-4 0,1 1 0,-1-1 0,0 0 0,1 0 0,-1 0 0,1 1 0,-1-1 0,1 0 0,-1 0 0,1 0 0,-1 0 0,1 0 0,0 0 0,0 0 0,0 0 0,-1 0 0,1 0 0,0 0 0,0 0 0,0 0 0,1 0 0,-1-1 0,0 1 0,1-1 0,1-29 0,0 23 0,0-1 0,1 1 0,0 0 0,0 0 0,1 0 0,0 1 0,0-1 0,1 1 0,-1 0 0,2 0 0,-1 1 0,1 0 0,0 0 0,0 0 0,1 0 0,0 1 0,0 0 0,0 1 0,13-7 0,-7 5 0,0 1 0,0 1 0,1 0 0,0 0 0,0 1 0,0 1 0,0 1 0,0 0 0,1 0 0,-1 2 0,15 1 0,-24 0 0,-1-1 0,0 1 0,0-1 0,0 1 0,0 0 0,-1 1 0,1-1 0,0 1 0,-1 0 0,0 0 0,0 0 0,1 0 0,-2 0 0,1 1 0,0-1 0,-1 1 0,0 0 0,1-1 0,-1 1 0,-1 0 0,1 1 0,-1-1 0,0 0 0,1 0 0,-1 6 0,2 2 0,-1 0 0,0 0 0,0 0 0,-2 0 0,1 0 0,-2 0 0,1 1 0,-4 12 0,3-21 0,0 0 0,-1 0 0,1 0 0,-1-1 0,0 1 0,0 0 0,0-1 0,0 1 0,-1-1 0,0 0 0,1 0 0,-1 0 0,0 0 0,-1 0 0,-3 2 0,0-1 0,0 1 0,0-1 0,-1-1 0,0 0 0,0 0 0,0 0 0,-9 1 0,-5-1 0,1 0 0,-1-1 0,0-2 0,-42-3 0,39 0 24,-1-1 0,1-2 0,0 0 0,-35-15 0,52 18-111,0 0-1,-1-1 1,1 0 0,1-1-1,-1 1 1,0-1 0,1-1-1,0 0 1,1 0-1,-1 0 1,1-1 0,0 0-1,1 0 1,0 0 0,0-1-1,-5-8 1,2-13-6739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36.0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24575,'76'118'0,"-6"3"0,-5 3 0,-6 3 0,-5 3 0,64 235 0,-77-196 0,-8 2 0,-8 1 0,-7 0 0,-4 214 0,-16-292 0,-28 178 0,24-236 0,-2 0 0,-2 0 0,-1-1 0,-2 0 0,-2-1 0,0 0 0,-38 56 0,6-35-1365,6-20-5461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42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178 355 24575,'-1'23'0,"2"1"0,1-1 0,1 1 0,10 41 0,-8-52 0,0-1 0,0 1 0,1-1 0,1 1 0,0-2 0,0 1 0,1-1 0,1 0 0,15 15 0,-8-12 0,1-1 0,0-1 0,0 0 0,1-1 0,1-2 0,0 1 0,0-2 0,0-1 0,1 0 0,1-1 0,-1-1 0,1-2 0,-1 0 0,1 0 0,0-2 0,0-1 0,24-2 0,-21 0 0,-1 0 0,1-2 0,-1 0 0,0-2 0,-1-1 0,1 0 0,-1-2 0,-1 0 0,0-1 0,0-2 0,-1 0 0,0-1 0,-1-1 0,-1-1 0,18-17 0,-28 22 0,0-1 0,-1 1 0,0-1 0,0-1 0,-1 1 0,-1-1 0,0 0 0,-1 0 0,0-1 0,0 1 0,-2-1 0,3-19 0,-3 7 0,-2 0 0,0 0 0,-1 0 0,-2 0 0,-8-38 0,8 53 0,0 0 0,0 0 0,-1 0 0,0 0 0,-1 1 0,0-1 0,0 1 0,-1 1 0,-1-1 0,1 1 0,-14-13 0,8 10 0,-1 1 0,0 0 0,-1 1 0,0 1 0,0 0 0,-30-11 0,4 6 0,-1 2 0,0 2 0,0 1 0,-1 2 0,-42 0 0,50 5 0,-1 2 0,1 1 0,0 1 0,0 2 0,0 2 0,-51 16 0,62-15 0,0 1 0,0 1 0,1 1 0,0 1 0,1 1 0,1 1 0,0 1 0,1 0 0,-33 35 0,46-44-170,0 1-1,1 1 0,0-1 1,0 1-1,1 0 0,0 0 1,-4 12-1,1 9-6655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44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27 152 24575,'-1'1'0,"0"-1"0,0 1 0,-1 0 0,1 0 0,0 0 0,0 0 0,0 0 0,0 0 0,0 0 0,1 0 0,-1 0 0,0 0 0,0 0 0,1 0 0,-1 1 0,1-1 0,-1 0 0,1 1 0,-1-1 0,1 0 0,0 1 0,0-1 0,-1 0 0,1 2 0,-6 41 0,6-41 0,-1 11 0,0-1 0,1 1 0,0 0 0,1 0 0,1 0 0,6 26 0,-5-31 0,1 0 0,0 0 0,0 0 0,0-1 0,1 0 0,1 0 0,-1 0 0,1 0 0,1-1 0,-1 0 0,9 7 0,6 2 0,0 0 0,0-1 0,2-1 0,0-1 0,0-1 0,1-1 0,26 8 0,-32-13 0,0-1 0,0-1 0,0-1 0,0 0 0,1-1 0,0-1 0,-1-1 0,1-1 0,-1 0 0,37-8 0,-41 4 0,0 0 0,1-1 0,-2-1 0,1 0 0,-1-1 0,0-1 0,-1 0 0,0 0 0,0-1 0,10-12 0,-3 2 0,-2-1 0,0 0 0,-1-1 0,23-45 0,-33 55 0,0 0 0,-1-1 0,-1 0 0,0 0 0,-1 0 0,-1-1 0,0 1 0,0-25 0,-1 32 0,-1 0 0,-1 0 0,1 1 0,-1-1 0,0 0 0,-1 0 0,1 1 0,-1-1 0,0 1 0,0-1 0,-1 1 0,0 0 0,0 0 0,0 0 0,0 0 0,-1 1 0,0-1 0,0 1 0,0 0 0,0 0 0,-1 0 0,-7-4 0,-9-3 20,0 2 0,-1 0 0,0 1 0,0 1 0,-38-6 0,9 6-763,-72-2 1,41 9-6084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48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139 285 24575,'-5'0'0,"0"0"0,0 1 0,0-1 0,0 1 0,0 0 0,0 1 0,0-1 0,1 1 0,-1 0 0,0 0 0,1 1 0,0-1 0,-1 1 0,1 0 0,0 0 0,-5 5 0,4-2 0,0 0 0,0 1 0,0-1 0,1 1 0,0 0 0,0 0 0,1 1 0,0-1 0,-4 15 0,5-12 0,-1 0 0,1 0 0,1 0 0,0 0 0,1 0 0,0 0 0,0 0 0,1 1 0,0-1 0,1 0 0,0 0 0,0 0 0,1-1 0,1 1 0,0-1 0,8 17 0,-4-17 0,0 0 0,1 0 0,0 0 0,0-1 0,1-1 0,0 1 0,0-1 0,0-1 0,1 0 0,0-1 0,0 0 0,1 0 0,0-1 0,-1-1 0,1 0 0,0-1 0,1 0 0,-1-1 0,24 0 0,-22-1 0,1-1 0,-1 0 0,1-1 0,-1-1 0,0 0 0,0-1 0,0 0 0,-1-1 0,1-1 0,-1 0 0,0-1 0,-1 0 0,0-1 0,0 0 0,-1-1 0,18-17 0,-16 11 0,-1-1 0,-1 0 0,0-1 0,-1 0 0,-1-1 0,-1 0 0,0 0 0,-2-1 0,0 0 0,-1 0 0,4-26 0,-7 29 0,0-1 0,-1 0 0,-1 1 0,0-1 0,-2 0 0,0 1 0,0-1 0,-2 1 0,0 0 0,-1 0 0,0 0 0,-2 0 0,-14-26 0,16 35 0,0-1 0,-1 1 0,0 0 0,0 1 0,0-1 0,-1 1 0,0 0 0,-1 1 0,1 0 0,-1 0 0,0 0 0,0 1 0,-17-6 0,11 6 0,0 1 0,1 0 0,-1 1 0,0 0 0,0 1 0,0 0 0,0 2 0,-26 2 0,25 0 0,-1 0 0,1 1 0,-1 1 0,1 0 0,0 1 0,1 0 0,-24 15 0,29-15 0,1 0 0,-1 0 0,1 1 0,0 0 0,1 1 0,0 0 0,0 0 0,1 0 0,0 1 0,0 0 0,-7 16 0,0 15-1365,5-5-5461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49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289 303 24575,'-1'0'0,"0"0"0,0 1 0,0-1 0,0 0 0,0 1 0,0-1 0,0 1 0,0 0 0,0-1 0,1 1 0,-1 0 0,0-1 0,0 1 0,1 0 0,-1 0 0,0 0 0,1-1 0,-1 1 0,1 0 0,0 0 0,-1 0 0,1 0 0,-1 0 0,1 0 0,0 0 0,0 0 0,0 0 0,0 0 0,0 0 0,0 0 0,0 0 0,0 0 0,0 0 0,0 2 0,4 40 0,-3-41 0,0 7 0,1 0 0,0 0 0,0 0 0,1-1 0,0 1 0,1-1 0,0 0 0,0 0 0,1 0 0,0 0 0,0-1 0,1 0 0,0 0 0,0 0 0,1-1 0,-1 0 0,2 0 0,-1-1 0,14 8 0,-5-5 0,0-1 0,1-1 0,-1-1 0,1 0 0,1-1 0,-1-1 0,0 0 0,1-2 0,23 0 0,-18 0 0,0-2 0,0 0 0,0-2 0,-1 0 0,1-2 0,34-11 0,-46 11 0,0 0 0,-1 0 0,1-1 0,-1-1 0,0 0 0,0 0 0,-1-1 0,0 0 0,0 0 0,-1-1 0,0 0 0,-1-1 0,0 0 0,7-12 0,-9 12 0,0 1 0,-1-1 0,0 1 0,0-1 0,-1-1 0,0 1 0,-1 0 0,0-1 0,0 1 0,-1-1 0,-1 1 0,0-1 0,-2-17 0,0 16 0,-1 0 0,-1 0 0,0 0 0,0 0 0,-1 1 0,-1 0 0,0 0 0,0 0 0,-1 1 0,-1 0 0,-11-13 0,9 12 0,-1 1 0,0 0 0,-1 0 0,0 1 0,0 1 0,-1 0 0,0 0 0,-1 1 0,1 1 0,-1 0 0,-1 1 0,1 1 0,-1 0 0,1 1 0,-1 0 0,0 2 0,0-1 0,0 2 0,0 0 0,0 1 0,0 0 0,-18 5 0,-7 3 0,-1 2 0,2 1 0,-1 3 0,2 1 0,0 2 0,-62 39 0,-10 15-1365,15-6-5461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47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7 24575,'-3'4'0,"0"-1"0,1 1 0,-1 0 0,1 0 0,0 0 0,0 0 0,1 0 0,-1 1 0,1-1 0,0 1 0,0-1 0,0 6 0,-3 60 0,4-51 0,0-10 0,0 0 0,1 0 0,0 0 0,0-1 0,1 1 0,0 0 0,0-1 0,1 1 0,5 10 0,-5-14 0,0 0 0,0 0 0,0-1 0,0 0 0,1 1 0,0-1 0,0-1 0,0 1 0,0-1 0,1 1 0,-1-1 0,1 0 0,0-1 0,0 1 0,0-1 0,9 3 0,12 2 0,1-1 0,0-2 0,0 0 0,0-2 0,0-1 0,29-2 0,-10-3 0,0-1 0,79-21 0,-86 16 0,0-2 0,0-1 0,-1-2 0,-1-2 0,-1-1 0,-1-2 0,49-36 0,-76 50-124,-1-1 0,0 0 0,-1 0 0,1 0 0,-1-1 0,-1 0-1,1-1 1,-2 1 0,1-1 0,3-11 0,6-27-6702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50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8 164 24575,'-1'0'0,"1"0"0,0 0 0,0 0 0,0 0 0,-1 0 0,1 0 0,0 0 0,0 0 0,-1 0 0,1 0 0,0 0 0,0 0 0,-1 0 0,1 0 0,0 0 0,0 0 0,0 0 0,-1 0 0,1 0 0,0-1 0,0 1 0,-1 0 0,1 0 0,0 0 0,0 0 0,0 0 0,0-1 0,-1 1 0,1 0 0,0 0 0,0 0 0,0-1 0,0 1 0,0 0 0,0 0 0,-1 0 0,1-1 0,0 1 0,0 0 0,0 0 0,0-1 0,0 1 0,0 0 0,0 0 0,0 0 0,0-1 0,9-12 0,19-11 0,4 8 0,1 2 0,0 2 0,1 0 0,45-8 0,144-15 0,-190 30 0,-1 1 0,1 2 0,0 2 0,0 0 0,43 8 0,-68-7 0,0 1 0,0 0 0,0 1 0,0 0 0,0 0 0,-1 1 0,1 0 0,-1 0 0,0 1 0,0-1 0,-1 2 0,1-1 0,-1 1 0,0 0 0,-1 0 0,1 0 0,-1 1 0,0 0 0,-1 0 0,0 1 0,0-1 0,-1 1 0,1-1 0,-2 1 0,4 16 0,-4-19-57,-1 1 0,0 0 1,0-1-1,0 1 0,-1 0 0,0 0 0,0-1 0,-1 1 0,1 0 0,-1-1 1,-1 1-1,1-1 0,-1 1 0,0-1 0,0 1 0,0-1 0,-1 0 0,0 0 0,0 0 1,0-1-1,0 1 0,-1-1 0,-8 8 0,-17 14-6769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55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2789 24575,'-1'0'0,"1"0"0,-1 0 0,1 0 0,0 0 0,-1-1 0,1 1 0,-1 0 0,1 0 0,-1 0 0,1-1 0,0 1 0,-1 0 0,1-1 0,-1 1 0,1 0 0,0-1 0,-1 1 0,1 0 0,0-1 0,0 1 0,-1-1 0,1 1 0,0 0 0,0-1 0,0 1 0,-1-1 0,1 1 0,0-1 0,0 1 0,0-1 0,0 1 0,0-1 0,0 1 0,0-1 0,0 1 0,0-1 0,0 1 0,1-2 0,4-22 0,9-4 0,2 0 0,0 1 0,1 1 0,2 1 0,41-44 0,-34 41 0,426-430 0,45 38 0,35 7 0,266-215 0,-409 296 0,-365 303 0,-23 18 0,-19 14 0,4 4 0,0 0 0,0 1 0,1 1 0,0 0 0,-12 11 0,4-3 0,-641 548 0,605-514 0,-163 157 0,10 9 0,-184 247 0,45-67 0,276-326 0,-4-3 0,-3-4 0,-99 62 0,157-116 0,22-10 0,0 0 0,0 0 0,0 0 0,-1 1 0,1-1 0,0 0 0,0 0 0,0 0 0,0 0 0,-1 0 0,1 0 0,0 0 0,0 0 0,0 0 0,0 0 0,-1 0 0,1 0 0,0 0 0,0 0 0,0 0 0,0-1 0,0 1 0,-1 0 0,1 0 0,0 0 0,0 0 0,0 0 0,0 0 0,0 0 0,0 0 0,-1 0 0,1-1 0,0 1 0,0 0 0,0 0 0,0 0 0,0 0 0,0 0 0,0-1 0,0 1 0,0 0 0,0 0 0,0 0 0,0 0 0,-1-1 0,1 1 0,0 0 0,0 0 0,0 0 0,0 0 0,1 0 0,-1-1 0,0 1 0,0 0 0,2-4 0,0-1 0,0 1 0,1 0 0,0 0 0,0 1 0,0-1 0,0 0 0,5-3 0,133-119 0,305-209 0,157-48-294,16 29-295,204-123 111,-785 455 478,64-40 0,-3-4 0,99-85 0,-193 147 56,0 0 1,0-1 0,0 1 0,-1-1-1,0 0 1,0 0 0,0 0 0,0-1-1,-1 1 1,0-1 0,0 0-1,-1 0 1,1 0 0,-1 0 0,-1 0-1,1 0 1,-1-1 0,0 1 0,0 0-1,-1-1 1,0 1 0,0-1 0,-2-10-1,-15-310-56,17 325 0,0-1 0,-1 1 0,1 0 0,-1-1 0,0 1 0,0 0 0,0 0 0,0-1 0,0 1 0,0 0 0,-1 0 0,1 0 0,0 0 0,-1 0 0,0 1 0,0-1 0,1 0 0,-1 1 0,0-1 0,0 1 0,0 0 0,-1 0 0,1 0 0,0 0 0,0 0 0,-1 0 0,1 0 0,-4 0 0,-7-1 0,-1 0 0,1 1 0,0 0 0,-16 1 0,25 1 0,-42 1 0,1 3 0,0 2 0,-60 17 0,-132 51 0,208-65 0,-353 138 0,317-112 0,55-24 0,18-7 0,13-4 0,0-2 0,0 0 0,0-2 0,-1 0 0,1-1 0,23-9 0,-19 7 0,649-223 0,-668 226 0,21-8 0,55-18 0,-75 27 0,0 0 0,1 0 0,-1 1 0,0 1 0,1-1 0,-1 1 0,1 0 0,10 2 0,-15-1 0,1 0 0,-1 0 0,0 0 0,0 1 0,0 0 0,0-1 0,0 1 0,0 0 0,0 1 0,-1-1 0,1 0 0,-1 1 0,1-1 0,-1 1 0,0 0 0,0 0 0,0 0 0,0 0 0,-1 0 0,1 0 0,-1 0 0,0 1 0,0-1 0,0 0 0,0 1 0,-1-1 0,1 5 0,1 11 0,-1 0 0,0 0 0,-4 31 0,2-45 0,-41 310 0,18-156 0,9-62-1365,2-19-5461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56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24575,'10'0'0,"16"23"0,22 26 0,17 27 0,12 20 0,10 25 0,14 25 0,3 5 0,3 5 0,1-10 0,-13-22 0,-9-21 0,-15-29 0,-14-23 0,-17-24 0,-16-16-8191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56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1058 0 24575,'-5'0'0,"-6"0"0,-5 0 0,-14 5 0,-26 19 0,-29 34 0,-20 29 0,-15 38 0,-9 28 0,-2 17 0,17-2 0,14-12 0,25-28 0,24-30 0,21-33-8191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57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3284 2989 24575,'-157'-151'0,"-285"-297"0,164 122 0,-202-220 0,234 299 0,-509-397 0,89 131 0,571 439 0,95 73 0,0 1 0,0 0 0,-1-1 0,1 1 0,0-1 0,-1 1 0,1 0 0,0-1 0,-1 1 0,1 0 0,0 0 0,-1-1 0,1 1 0,-1 0 0,1 0 0,0 0 0,-1-1 0,1 1 0,-1 0 0,1 0 0,-1 0 0,1 0 0,0 0 0,-1 0 0,1 0 0,-1 0 0,1 0 0,-1 0 0,1 0 0,-1 0 0,1 0 0,-1 0 0,1 0 0,0 1 0,-1-1 0,1 0 0,-1 0 0,1 1 0,0-1 0,-1 0 0,1 0 0,-1 1 0,1-1 0,0 0 0,-1 1 0,1-1 0,0 0 0,0 1 0,-1-1 0,1 1 0,0-1 0,0 0 0,0 1 0,0-1 0,-1 1 0,1-1 0,0 1 0,2 33 0,29 114 0,39 239 0,-71-364 0,-16-44 0,-30-65 0,-52-130 0,65 138 0,23 54 0,3 9 0,1-1 0,1 1 0,-8-32 0,13 44 0,0 0 0,1 0 0,-1-1 0,1 1 0,0 0 0,0 0 0,0 0 0,0 0 0,0 0 0,1 0 0,0 0 0,-1 0 0,1 0 0,0 0 0,1 0 0,-1 0 0,0 0 0,1 0 0,0 1 0,-1-1 0,1 1 0,0-1 0,0 1 0,0 0 0,1 0 0,-1 0 0,4-2 0,2-1 0,1 1 0,0 0 0,0 0 0,0 1 0,1 1 0,-1-1 0,12 0 0,75-6 0,-93 9 0,360 4-1365,-275 0-5461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58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24575,'14'9'0,"13"17"0,12 27 0,18 28 0,12 17 0,4 12 0,-1 5 0,-9-8 0,-10-18 0,-14-18 0,-9-23 0,-5-19 0,-2-14 0,4-10 0,7-5 0,-3-4-8191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58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922 0 24575,'-14'0'0,"-13"14"0,-17 27 0,-23 49 0,-19 40 0,-17 54 0,-10 32 0,0 25 0,6 5 0,12-13 0,22-33 0,23-40 0,21-47-8191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3.7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1 554 24575,'4'-4'0,"7"-12"0,10-20 0,15-23 0,7-11 0,4-7 0,0 1 0,-4 12 0,-5 9 0,-4 13 0,-8 10 0,-8 9-8191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3.9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1 211 24575,'4'-5'0,"11"-10"0,8-8 0,4 0 0,2-5 0,1-2 0,0-1 0,-1 1 0,-5 4-8191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4.1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1 350 24575,'9'-14'0,"8"-13"0,0-12 0,3-4 0,2 1 0,2-1 0,-3 1 0,0 4 0,5 4 0,-2 7-8191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4.2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0 201 24575,'5'-5'0,"1"-5"0,4-11 0,6-7 0,4-2 0,3-1 0,3 0 0,1 5 0,-4 7-8191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4.4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1 167 24575,'4'-5'0,"7"-5"0,5-7 0,6-4 0,2-4 0,3-2 0,5-5 0,-2 2-8191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4.5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1 128 24575,'4'-5'0,"7"-5"0,5-7 0,1-4 0,1-3 0,3-3 0,-3 4-8191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4.7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0 152 24575,'0'-5'0,"5"-5"0,10-11 0,8-7 0,9-2 0,3-2 0,-3 6-8191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4.9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1 204 24575,'4'-4'0,"3"-7"0,3-1 0,6 2 0,4-7 0,3-6 0,2-7 0,3-3 0,-1-1 0,-3 5-8191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5.0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0 240 24575,'5'0'0,"6"-5"0,1-5 0,7-7 0,6-4 0,3-3 0,1-3 0,1-1 0,3 0 0,2 0 0,-1 0 0,-6 5-8191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5.2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0 197 24575,'5'-5'0,"6"-6"0,1-5 0,3 0 0,4 2 0,3-6 0,2 2 0,2-2 0,2-2 0,-5-6 0,-6 1-8191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5.4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1 192 24575,'5'-4'0,"1"-7"0,5-5 0,4-10 0,5 0 0,-1-1 0,9-4 0,6 3 0,-4 6-8191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5.6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1 430 24575,'4'-4'0,"7"-7"0,6-1 0,4-7 0,-1-6 0,1-7 0,0-3 0,3-1 0,5-2 0,3 0 0,5-8 0,1 1 0,3-3 0,-5 8-8191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5.7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0 391 24575,'9'-10'0,"8"-6"0,5-6 0,4-4 0,2-7 0,0-1 0,6-1 0,1 2 0,-1-4 0,3 1 0,4-3 0,0 1 0,-7 6-8191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5.9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0 106 24575,'0'-5'0,"5"-1"0,5-4 0,7-10 0,4-2 0,4-1 0,-3 3-8191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6.1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1 380 24575,'0'-5'0,"4"-5"0,7-7 0,5-9 0,6-4 0,2-7 0,3-2 0,1 2 0,0 2 0,0 3 0,0 6 0,-5 3 0,-2 1 0,-4 0 0,-5 4-8191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6.9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24575,'4'0'0,"7"0"0,10 9 0,25 12 0,23 12 0,13 10 0,7 11 0,6 10 0,-3 3 0,-18-10-8191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7.0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24575,'5'4'0,"5"2"0,7 5 0,9 13 0,0 3-8191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7.2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24575,'5'4'0,"1"7"0,9 10 0,7 16 0,8 10 0,-1-2-8191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7.4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24575,'5'0'0,"10"9"0,8 12 0,9 8 0,3 2 0,6 6 0,-1 2 0,-1-3 0,-8-6-8191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7.5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24575,'4'0'0,"7"0"0,1 5 0,4 1 0,3 4 0,7 5 0,4 5 0,7 3 0,-4-1-8191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7.7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24575,'5'5'0,"5"1"0,11 4 0,11 5 0,5 5 0,9 4 0,7 1 0,-6-2-8191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8.0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24575,'5'5'0,"1"6"0,4 1 0,10 3 0,6 4 0,3-2 0,-3-3-8191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8.5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24575,'0'5'0,"5"10"0,6 7 0,6 5 0,-1 3 0,7 4 0,4 2 0,7 4 0,2 4 0,-6-5-8191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8.7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24575,'4'5'0,"3"5"0,3 12 0,5 5 0,5 3 0,8 6 0,-1 2 0,4 2 0,2 1 0,-5 1 0,2-2 0,-5-7-8191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8.9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24575,'9'10'0,"3"6"0,5 6 0,-2 4 0,2 7 0,3 2 0,2-1 0,2 4 0,2 0 0,0 2 0,-3-5-8191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9.1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24575,'0'4'0,"0"7"0,5 5 0,5 6 0,3 2 0,2 8 0,4 1 0,3 6 0,11 5 0,6-1 0,-5-7-8191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9.2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24575,'5'5'0,"5"5"0,7 7 0,4 4 0,3 4 0,3 2 0,1 5 0,0 2 0,0-4 0,-4-8-8191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09.4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24575,'5'5'0,"5"10"0,7 7 0,4 1 0,4 0 0,2 5 0,0-1 0,1 4 0,0 0 0,-4-4-8191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21.6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0 221 24575,'0'39'0,"3"-1"0,7 46 0,-7-66 0,2 0 0,0 0 0,0-1 0,2 0 0,0 0 0,16 26 0,-20-39 0,0 1 0,0-1 0,1-1 0,0 1 0,-1 0 0,2-1 0,-1 0 0,0 0 0,0 0 0,1 0 0,0-1 0,-1 0 0,1 0 0,0 0 0,0 0 0,0-1 0,1 0 0,-1 0 0,6 0 0,10 0 0,0 0 0,0-2 0,29-4 0,-35 3 0,-9 1 0,1 0 0,-1 0 0,0-1 0,0 0 0,0-1 0,0 1 0,0-1 0,0 0 0,-1-1 0,0 1 0,1-1 0,-1 0 0,-1 0 0,1-1 0,0 1 0,-1-1 0,0 0 0,0 0 0,-1-1 0,1 1 0,-1-1 0,0 0 0,-1 1 0,0-1 0,1-1 0,0-7 0,5-17 0,-2 0 0,-2 0 0,-1 0 0,0-34 0,-3 54 0,1-10 0,0-2 0,0 0 0,-1 1 0,-2-1 0,0 0 0,-6-22 0,7 40 0,0 1 0,0 0 0,-1 0 0,1 0 0,-1 0 0,0 0 0,0 1 0,0-1 0,-1 1 0,1-1 0,-1 1 0,0 0 0,0 0 0,0 0 0,0 0 0,0 0 0,-1 1 0,1-1 0,-1 1 0,0 0 0,0 0 0,0 1 0,0-1 0,0 1 0,0 0 0,0 0 0,0 0 0,0 0 0,-1 1 0,1 0 0,0 0 0,-1 0 0,-4 1 0,-3 1 8,1 0-1,0 1 1,0 0-1,0 1 1,1 0-1,-1 1 1,1 0-1,0 0 1,1 1-1,-1 1 1,1 0-1,0 0 1,1 0-1,-1 1 1,-10 14-1,1 0-255,1 0 1,1 2-1,1 0 1,1 1-1,-11 27 1,-2 15-6579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23.9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339 1 24575,'-3'53'0,"-15"86"0,1-12 0,-2 301 0,23-402 0,-4-25 0,0-1 0,0 0 0,0 1 0,1-1 0,-1 0 0,0 1 0,0-1 0,1 0 0,-1 1 0,0-1 0,1 0 0,-1 0 0,0 1 0,1-1 0,-1 0 0,1 0 0,-1 1 0,0-1 0,1 0 0,-1 0 0,1 0 0,-1 0 0,0 0 0,1 0 0,-1 0 0,1 0 0,-1 0 0,1 0 0,0 0 0,2-1 0,1-1 0,0 0 0,0 0 0,-1 0 0,1-1 0,-1 1 0,0-1 0,3-2 0,0 0 0,24-21 0,43-33 0,-67 55 0,0 0 0,0 0 0,0 1 0,1 0 0,-1 0 0,1 1 0,-1 0 0,1 0 0,0 0 0,9 0 0,-14 2 0,1 0 0,-1 0 0,0 0 0,0 0 0,1 1 0,-1-1 0,0 1 0,0-1 0,0 1 0,0 0 0,0 0 0,0 0 0,0 0 0,0 0 0,0 0 0,0 1 0,-1-1 0,1 1 0,0-1 0,1 3 0,0 0 0,0 1 0,-1-1 0,0 0 0,0 1 0,0 0 0,0-1 0,-1 1 0,2 9 0,0 6 0,-1-1 0,-2 1 0,-1 30 0,0-43 0,0 0 0,0 0 0,0-1 0,-1 1 0,0 0 0,0 0 0,-1-1 0,0 0 0,0 1 0,-1-1 0,1 0 0,-1 0 0,0-1 0,-6 6 0,1-2 0,1-2 0,-1 1 0,-1-1 0,0-1 0,0 1 0,0-2 0,-19 9 0,-6-2 0,-1-2 0,0-1 0,0-2 0,-49 4 0,62-8-106,5-1 154,0 0 0,0-1 0,0 0 0,-33-5-1,48 4-95,-1-1 0,1 0-1,-1 1 1,1-2 0,-1 1-1,1 0 1,0-1 0,0 1-1,0-1 1,0 0 0,0 0-1,0 0 1,0 0 0,0-1-1,1 1 1,0-1 0,-1 0-1,1 1 1,0-1 0,0 0-1,0 0 1,1 0 0,-1-1-1,1 1 1,0 0 0,-1-1-1,2 1 1,-1-1 0,0 1-1,0-5 1,0-24-6778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20.4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24575,'0'9'0,"0"26"0,0 39 0,0 49 0,0 40 0,4 38 0,7 17 0,10-6 0,6-24 0,8-36 0,7-43 0,1-40 0,2-33 0,-1-30 0,-9-18-8191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21.1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0 541 24575,'12'1'0,"1"1"0,-1 0 0,0 1 0,-1 0 0,1 1 0,16 7 0,-13-5 0,0-1 0,30 7 0,-39-11 0,-1-1 0,1 1 0,-1-1 0,1 0 0,0-1 0,-1 1 0,1-1 0,-1 0 0,1-1 0,-1 1 0,0-1 0,8-3 0,-4-1 0,0 0 0,-1-1 0,0 0 0,0 0 0,0-1 0,-1 0 0,0 0 0,0-1 0,-1 0 0,0 0 0,-1 0 0,0-1 0,0 0 0,-1 0 0,0 0 0,2-15 0,6-19 0,-2 0 0,5-67 0,-14 99 0,3-16 0,-2 0 0,0-1 0,-4-35 0,1 61 0,1 0 0,0 0 0,-1 1 0,0-1 0,1 0 0,-1 1 0,0-1 0,-1 1 0,1-1 0,0 1 0,-1-1 0,1 1 0,-1 0 0,0 0 0,0 0 0,1 0 0,-1 0 0,-1 0 0,1 0 0,0 1 0,0-1 0,-1 1 0,1-1 0,-1 1 0,1 0 0,-1 0 0,1 0 0,-1 1 0,0-1 0,0 0 0,1 1 0,-1 0 0,0 0 0,0 0 0,1 0 0,-1 0 0,-5 1 0,-1 1 0,0-1 0,0 1 0,0 1 0,0 0 0,1 0 0,0 0 0,-1 1 0,1 1 0,1-1 0,-13 10 0,11-6 0,0 1 0,1 1 0,0-1 0,0 1 0,1 0 0,0 1 0,1 0 0,0 0 0,1 1 0,0-1 0,1 1 0,-4 16 0,7-23 0,-1 0 0,1 0 0,1 0 0,-1-1 0,1 1 0,0 0 0,0 0 0,0 0 0,1 0 0,-1 0 0,1 0 0,1 0 0,-1-1 0,1 1 0,-1-1 0,1 1 0,1-1 0,-1 1 0,0-1 0,1 0 0,0 0 0,0 0 0,0-1 0,1 1 0,-1-1 0,1 1 0,0-1 0,0 0 0,0-1 0,0 1 0,1-1 0,-1 0 0,7 3 0,-2-2 0,1 0 0,0 0 0,-1-1 0,1 0 0,0-1 0,0 0 0,16-1 0,-20 0 0,0 0 0,-1-1 0,1 0 0,0 0 0,-1-1 0,1 0 0,-1 0 0,0 0 0,1 0 0,-1-1 0,0 0 0,-1 0 0,1 0 0,7-7 0,-4 1 0,-6 7 0,0 0 0,0 0 0,0 0 0,0 0 0,0 0 0,0 1 0,1-1 0,-1 1 0,5-3 0,-6 4 0,0 0 0,0 1 0,0-1 0,0 0 0,0 1 0,0-1 0,0 0 0,0 1 0,-1-1 0,1 1 0,0 0 0,0-1 0,0 1 0,-1 0 0,1-1 0,0 1 0,-1 0 0,1 0 0,0 0 0,-1-1 0,1 1 0,-1 0 0,0 0 0,1 0 0,-1 0 0,0 0 0,1 0 0,-1 0 0,0 0 0,0 0 0,0 0 0,0 2 0,2 5-61,3 9 99,0 0 0,0 0-1,2-1 1,11 22 0,-16-35-93,0 1-1,0-1 1,0 0 0,1 0-1,-1 0 1,1 0 0,0 0 0,0-1-1,0 1 1,0-1 0,0 0-1,0 0 1,1 0 0,-1 0 0,1-1-1,-1 1 1,1-1 0,0 0-1,0 0 1,-1 0 0,1 0-1,0-1 1,0 0 0,0 1 0,0-1-1,4-1 1,21-5-6771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22.2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42 24575,'0'5'0,"0"6"0,5 5 0,14 5 0,19 8 0,16-1 0,13 4 0,18-3 0,9-7 0,-3-7 0,-4-6 0,-6-14 0,-18-11 0,-19-16 0,-17-12 0,-14-12 0,-8-1 0,-6 9-8191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23.2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0 276 24575,'2'-3'0,"-1"0"0,1 0 0,0 0 0,-1 0 0,1 0 0,1 1 0,-1-1 0,0 1 0,1 0 0,-1-1 0,1 1 0,0 0 0,-1 1 0,6-3 0,-1-1 0,43-28 0,2 3 0,2 2 0,0 3 0,2 1 0,0 4 0,2 2 0,0 2 0,0 3 0,63-6 0,-102 16 0,0 1 0,0 1 0,1 1 0,-1 1 0,22 3 0,-34-3 0,0 1 0,0 0 0,0 0 0,0 1 0,0 0 0,-1 0 0,1 0 0,-1 1 0,0 0 0,0 0 0,0 0 0,-1 1 0,1 0 0,-1 0 0,0 1 0,6 9 0,-1 2-151,-1 0-1,-1 0 0,0 1 0,-1-1 1,-1 2-1,-1-1 0,-1 1 1,4 36-1,-6-28-6674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24.4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24575,'9'5'0,"7"10"0,2 12 0,-3 11 0,-4 8 0,-3 5 0,-4 8 0,-6 8 0,-9-4 0,-1-11-8191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25.4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262 1 24575,'0'9'0,"0"13"0,-5 6 0,-10 13 0,-17 13 0,-12-2 0,-3-7 0,2-9 0,4-12 0,8-10-8191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26.0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24575,'14'9'0,"13"31"0,17 35 0,14 38 0,6 41 0,-3 31 0,-7 26 0,-12 13 0,-15 1 0,-10-6 0,-14-8 0,-12-21 0,-8-34 0,-7-39 0,1-39-8191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51.5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117 1 24575,'-3'0'0,"1"0"0,0 0 0,0 1 0,-1 0 0,1-1 0,0 1 0,0 0 0,0 0 0,0 0 0,0 0 0,0 0 0,0 1 0,0-1 0,1 1 0,-1-1 0,0 1 0,1-1 0,-1 1 0,1 0 0,0 0 0,-1 0 0,1 0 0,0 0 0,0 0 0,0 0 0,1 0 0,-2 4 0,-2 9 0,0 0 0,2-1 0,-2 20 0,1-10 0,-2 2 0,2 2 0,0-1 0,2 0 0,1 0 0,6 44 0,-5-66 0,0 1 0,0-1 0,0 1 0,1-1 0,0 0 0,0 1 0,0-1 0,1 0 0,-1 0 0,1 0 0,0-1 0,1 1 0,-1-1 0,1 0 0,0 0 0,0 0 0,0 0 0,1-1 0,-1 1 0,1-1 0,0 0 0,0-1 0,0 1 0,0-1 0,1 0 0,-1 0 0,0-1 0,1 0 0,-1 0 0,1 0 0,0 0 0,-1-1 0,1 0 0,6 0 0,1-2 0,0 0 0,0-1 0,0 0 0,0-1 0,0-1 0,-1 0 0,0 0 0,0-1 0,0-1 0,21-15 0,-7 2 0,0-1 0,-1-2 0,27-30 0,-46 45 0,20-22 0,-25 30 0,-1-1 0,0 1 0,0 0 0,0-1 0,1 1 0,-1 0 0,0-1 0,1 1 0,-1 0 0,0-1 0,1 1 0,-1 0 0,0 0 0,1-1 0,-1 1 0,0 0 0,1 0 0,-1 0 0,1 0 0,-1-1 0,0 1 0,1 0 0,-1 0 0,1 0 0,-1 0 0,0 0 0,1 0 0,-1 0 0,1 0 0,-1 0 0,1 0 0,-1 0 0,0 0 0,1 1 0,-1-1 0,1 0 0,-1 0 0,0 0 0,1 1 0,-1-1 0,0 0 0,1 0 0,-1 1 0,0-1 0,1 0 0,-1 0 0,0 1 0,1-1 0,-1 0 0,0 1 0,0-1 0,0 1 0,1-1 0,-1 0 0,0 1 0,0-1 0,0 1 0,0-1 0,0 0 0,0 1 0,0-1 0,0 1 0,0-1 0,0 1 0,0 0 0,1 25 0,-2 1 0,-1 0 0,-1-1 0,-11 45 0,2-5 0,5-23 0,3-6 0,-3-1 0,0 0 0,-20 53 0,23-80 0,0 0 0,0 0 0,-1 0 0,0-1 0,0 0 0,-1 0 0,0 0 0,0-1 0,-1 1 0,0-2 0,0 1 0,-1-1 0,1 0 0,-2-1 0,1 1 0,0-2 0,-1 1 0,-12 3 0,1-1 20,-1-1 0,0-2 0,-1 0 0,1-1 0,-29 0 0,43-2-94,0-1-1,-1 0 1,1-1 0,0 1 0,0-1-1,-1-1 1,1 0 0,0 0 0,0 0-1,1-1 1,-1 0 0,0 0 0,1 0-1,0-1 1,0 0 0,0-1 0,0 1-1,1-1 1,-7-7 0,-1-10-6752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18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113 112 24575,'-4'1'0,"-1"-1"0,1 1 0,0 0 0,-1 0 0,1 0 0,0 0 0,0 1 0,0 0 0,0 0 0,0 0 0,1 0 0,-1 0 0,1 1 0,-1 0 0,1-1 0,0 1 0,0 1 0,0-1 0,0 0 0,1 1 0,-1-1 0,1 1 0,0 0 0,0 0 0,0 0 0,1 0 0,-1 0 0,1 0 0,-1 6 0,-3 12 0,0 1 0,2-1 0,0 1 0,2 24 0,-1-18 0,2-1 0,1 0 0,1 1 0,2-1 0,9 37 0,-10-56 0,-1-1 0,1 0 0,1 0 0,0 0 0,0-1 0,0 1 0,1-1 0,0 0 0,0 0 0,1-1 0,0 1 0,0-1 0,1-1 0,0 1 0,-1-1 0,2 0 0,-1-1 0,1 1 0,-1-1 0,1-1 0,16 5 0,20 2 0,1-2 0,1-2 0,-1-3 0,1-1 0,46-4 0,-54 1 0,-33 1 0,-1 0 0,1-1 0,-1 1 0,1-1 0,-1 0 0,0 0 0,1-1 0,-1 1 0,0-1 0,0 0 0,0 0 0,0-1 0,-1 1 0,1-1 0,0 0 0,5-6 0,-3 3 0,-1-1 0,0 0 0,0 0 0,-1-1 0,0 1 0,-1-1 0,1 0 0,2-12 0,1-9 0,-1-1 0,-2 1 0,-1-1 0,0-34 0,-3 54 0,-4-273 0,4 278 0,-1 0 0,1 0 0,-1 1 0,0-1 0,0 0 0,-1 1 0,1-1 0,-1 1 0,0-1 0,0 1 0,-1 0 0,1 0 0,-1 0 0,0 0 0,0 0 0,0 1 0,0-1 0,-7-4 0,4 4 0,-1 0 0,-1 0 0,1 1 0,-1 0 0,1 0 0,-1 1 0,0 0 0,0 0 0,0 1 0,-10-1 0,-7 0 0,1 0 0,-1 2 0,0 1 0,-47 7 0,57-4 0,0 0 0,0 1 0,0 0 0,0 1 0,1 1 0,0 1 0,0 0 0,-21 16 0,6-2-1365,5-4-5461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20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24575,'0'9'0,"0"8"0,0 0 0,1 0 0,6 33 0,-5-43 0,0-1 0,1 0 0,-1 0 0,1 0 0,1 0 0,-1 0 0,1-1 0,0 1 0,0-1 0,0 0 0,1-1 0,0 1 0,7 5 0,17 13 0,1-2 0,1-1 0,1-1 0,0-2 0,1-1 0,1-1 0,1-2 0,0-2 0,0-1 0,1-2 0,1-1 0,67 4 0,-98-11 0,0 0 0,0 0 0,0-1 0,0 0 0,-1 0 0,1 0 0,0-1 0,-1 0 0,1 0 0,-1 0 0,1 0 0,-1-1 0,0 0 0,0 0 0,-1-1 0,9-6 0,-7 3 0,-1 0 0,0-1 0,0 1 0,0-1 0,-1 0 0,0 0 0,0 0 0,-1-1 0,0 1 0,2-13 0,1-8 0,-1 1 0,-1-1 0,-2-1 0,-1 1 0,-5-51 0,4 75 0,-1 0 0,0 0 0,-1 0 0,1 0 0,-1 0 0,0 0 0,0 1 0,-1-1 0,1 1 0,-1-1 0,0 1 0,0 0 0,-7-7 0,3 5 0,0 0 0,-1 0 0,0 0 0,0 1 0,-1 0 0,-16-7 0,1 3 0,-1 2 0,0 0 0,0 1 0,-44-3 0,49 7 0,1 1 0,-1 1 0,0 1 0,1 0 0,-1 2 0,1 0 0,-1 1 0,1 1 0,1 1 0,-1 0 0,-20 11 0,26-9 0,0-1 0,1 2 0,0-1 0,0 2 0,1-1 0,1 2 0,-1 0 0,2 0 0,-1 0 0,2 1 0,-1 1 0,2-1 0,0 1 0,0 1 0,-6 19 0,7-16-341,1 1 0,1 0-1,-3 25 1,4-7-6485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21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260 249 24575,'-22'20'0,"18"-17"0,0 0 0,0 1 0,0 0 0,0 0 0,0 0 0,1 0 0,0 0 0,0 1 0,0-1 0,0 1 0,1 0 0,0 0 0,0 0 0,0 0 0,-1 7 0,0 0 0,0-1 0,1 2 0,1-1 0,0 0 0,0 0 0,1 0 0,1 1 0,0-1 0,1 0 0,4 16 0,-3-21 0,-1 0 0,2-1 0,-1 1 0,1-1 0,-1 0 0,2 0 0,-1 0 0,1 0 0,0-1 0,0 0 0,0 0 0,1 0 0,0-1 0,0 0 0,0 0 0,0 0 0,0-1 0,12 5 0,12 1 0,-1-1 0,1-1 0,0-1 0,1-2 0,-1-1 0,1-2 0,0 0 0,41-6 0,-63 4 0,1-1 0,-1 1 0,0-1 0,-1-1 0,1 0 0,0 0 0,-1-1 0,1 0 0,-1 0 0,0-1 0,-1 0 0,1-1 0,-1 1 0,8-9 0,-6 4 0,0 0 0,0-1 0,-1 0 0,-1-1 0,0 0 0,0 0 0,-1 0 0,-1-1 0,5-15 0,-6 14 0,0-1 0,0 1 0,-1-1 0,-1 0 0,-1 0 0,0 0 0,-1 0 0,-1 0 0,0 0 0,-1 0 0,0 0 0,-1 0 0,-1 1 0,-1-1 0,0 1 0,0 0 0,-2 0 0,-9-16 0,7 18 0,-1 1 0,0-1 0,0 2 0,-1 0 0,0 0 0,-1 1 0,0 0 0,-1 1 0,1 1 0,-1 0 0,-1 0 0,1 2 0,-1-1 0,0 2 0,-1 0 0,-22-4 0,8 5 0,1 1 0,-1 2 0,0 0 0,1 2 0,-1 1 0,1 2 0,-48 13 0,51-11 20,0 1 0,1 1 0,0 1 0,1 1 0,-25 16 0,40-22-103,0 0 1,0 1-1,1 0 1,0 0-1,0 1 1,1 0-1,0 0 1,0 1-1,1-1 1,-1 1-1,2 0 1,-1 1-1,1-1 1,0 1-1,1 0 1,0 0-1,-2 12 1,1 14-6744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22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124 142 24575,'-11'27'0,"1"0"0,1 0 0,1 1 0,1 0 0,2 1 0,1-1 0,1 1 0,1 0 0,2 0 0,5 47 0,-3-64 0,1-1 0,-1 0 0,2 0 0,0 0 0,0-1 0,1 1 0,0-1 0,0 0 0,1-1 0,1 1 0,0-1 0,0 0 0,1-1 0,0 1 0,0-2 0,1 1 0,0-1 0,0 0 0,1-1 0,0 0 0,20 8 0,-1-1 0,1-2 0,0-1 0,1-2 0,0-1 0,0-1 0,55 3 0,-61-8 0,0 0 0,-1-2 0,1-1 0,0-1 0,-1-1 0,1-1 0,44-15 0,-59 16 0,1-1 0,-2 1 0,1-2 0,0 1 0,-1-2 0,0 1 0,-1-1 0,1 0 0,-1-1 0,-1 0 0,1 0 0,-1-1 0,-1 1 0,0-2 0,0 1 0,-1-1 0,0 0 0,0 0 0,-1 0 0,3-13 0,1-15 0,-1 0 0,-3-1 0,-1 1 0,-1-1 0,-3 0 0,-1 0 0,-9-53 0,9 82 0,0 1 0,-1-1 0,0 1 0,0 0 0,-1 0 0,0 0 0,0 0 0,-1 0 0,-1 1 0,1 0 0,-1 0 0,-1 1 0,-10-11 0,8 11 0,0 0 0,0 1 0,-1 1 0,1-1 0,-1 2 0,0-1 0,-1 1 0,1 1 0,-1 0 0,0 0 0,-21-1 0,-34-3 0,-1 3 0,-110 8 0,139 0 0,1 1 0,0 2 0,1 1 0,0 2 0,0 1 0,-41 20 0,69-27-151,0 0-1,0 1 0,1-1 0,-1 1 1,1 1-1,1-1 0,-1 1 1,-9 12-1,0 7-6674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23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150 384 24575,'-11'63'0,"1"-10"0,10-40 0,1 1 0,0-1 0,1 0 0,0 1 0,1-1 0,0 0 0,1-1 0,1 1 0,0-1 0,1 1 0,0-2 0,1 1 0,0-1 0,1 0 0,0 0 0,0-1 0,13 12 0,-6-7 0,0-1 0,1 0 0,1-1 0,0-1 0,0 0 0,1-1 0,1-2 0,0 1 0,0-2 0,31 9 0,-35-14 0,1 0 0,-1-1 0,0 0 0,1-1 0,-1-1 0,1-1 0,-1 0 0,1-1 0,-1-1 0,0 0 0,0-1 0,0 0 0,0-1 0,-1-1 0,19-10 0,-17 6 0,0 0 0,-1-2 0,0 1 0,-1-2 0,0 0 0,-1-1 0,-1 0 0,0 0 0,0-2 0,-2 1 0,0-2 0,9-19 0,-7 9 0,-2 0 0,-1 0 0,-1-1 0,-1-1 0,-1 1 0,1-33 0,-5 39 0,-1 1 0,-1-1 0,-1 1 0,-1-1 0,-1 1 0,-1 0 0,-1 0 0,-13-38 0,12 48 0,-1 0 0,0 0 0,0 0 0,-1 1 0,0 1 0,-1-1 0,0 1 0,0 1 0,-1-1 0,0 2 0,0-1 0,-1 1 0,0 1 0,-1 0 0,1 1 0,-1 0 0,0 1 0,-23-6 0,3 3 0,-1 1 0,1 1 0,-1 2 0,0 1 0,0 2 0,-40 5 0,50-3 10,0 2 0,1 0 0,-1 2 0,1 0 0,0 2 0,1 0 0,-1 2 0,2 0 0,-1 1 0,2 1 0,-26 20 0,31-20-109,0 1 0,1 0 0,1 1 0,0 0 0,0 1 0,2 0 0,0 1 0,1 1 0,0-1 0,1 1 0,1 0 0,1 1 0,0 0 0,-4 28 0,2 15-6727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29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24 279 24575,'206'10'0,"285"49"0,-45-2 0,-396-53 0,17 3 0,1-3 0,74-5 0,-155 1 0,0-1 0,0 0 0,-20-4 0,-18-3 0,-670-69 0,182 18 0,459 50 0,50 4 0,51 2 0,123 5 0,211 31 0,-242-20 0,521 66 0,-619-78 0,-20-3 0,-28-5 0,-135-13 0,-222 1 0,563 21 0,196-8 0,-326-4 0,-42 10 0,0 0 0,-1-1 0,1 1 0,0-1 0,-1 1 0,1 0 0,-1-1 0,1 1 0,0-1 0,-1 1 0,1-1 0,-1 1 0,1-1 0,-1 0 0,0 1 0,1-1 0,-1 0 0,0 1 0,1-1 0,-1 0 0,0 1 0,0-1 0,1 0 0,-1 1 0,0-1 0,0 0 0,0-1 0,-2-2 0,0 1 0,0-1 0,0 1 0,-1 0 0,1-1 0,-1 1 0,0 0 0,0 1 0,0-1 0,0 1 0,-1-1 0,1 1 0,-1 0 0,1 0 0,-5-2 0,-49-25 0,0 2 0,-3 3 0,0 2 0,-70-15 0,-255-36 0,378 72 0,-10-2 0,34 10 0,178 45 0,-84-24 0,152 59 0,-235-72 0,-28-11 0,-18-3 0,-45-9 0,-68-16 0,14 1 0,-372-36 0,475 58 0,-1 0 0,39 4 0,328 43 0,251 36 0,-731-125 0,59 20 0,-264-78 0,232 75 0,-138-17 0,140 33 0,901 144 0,-690-115-1365,-28-6-5461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29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2175 24575,'2'-524'0,"-5"-553"0,-14 800 120,10 225-491,-3 1-1,-1-1 1,-24-62 0,24 87-6455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3.6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24575,'0'10'0,"0"7"0,0 5 0,0 4 0,0 2 0,0 1 0,0 4 0,0-3-8191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3.8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24575,'0'4'0,"0"12"0,0 6 0,5 5 0,1 2 0,0 6 0,-2 1 0,0 4 0,-2 13 0,-1-2-8191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4.3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1 24575,'0'5'0,"0"10"0,0 8 0,0 8 0,0 5 0,0 9 0,0 6 0,-5 9 0,-1-7-8191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4.5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24575,'0'4'0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5.0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24575,'0'4'0,"4"3"0,7-1 0,19-1 0,23-2 0,35 9 0,30 5 0,22 1 0,-13-2-8191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3.3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1 24575,'0'9'0,"0"8"0,0 10 0,0 14 0,-4 10 0,-2 0 0,0 5 0,-4-1 0,1-12-8191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3.5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24575,'0'4'0,"0"7"0,0 10 0,0 11 0,0 4 0,0 6 0,0 4 0,0-4-8191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40.1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24575,'2'2'0,"0"0"0,0 0 0,0 0 0,0 1 0,-1-1 0,1 0 0,-1 1 0,1-1 0,-1 1 0,0 0 0,0-1 0,0 1 0,0 0 0,0 0 0,-1-1 0,1 5 0,1 1 0,5 13 0,0 1 0,0 0 0,1 0 0,21 36 0,-26-53 0,0 0 0,1 0 0,0 0 0,0 0 0,0-1 0,0 0 0,1 0 0,-1 0 0,1 0 0,0-1 0,1 1 0,-1-1 0,1-1 0,-1 1 0,1-1 0,0 0 0,-1 0 0,1 0 0,7 0 0,-10-2 0,0 1 0,-1-1 0,1 0 0,0 0 0,-1-1 0,1 1 0,-1 0 0,1-1 0,-1 0 0,1 1 0,-1-1 0,1 0 0,-1 0 0,1 0 0,-1-1 0,0 1 0,0-1 0,0 1 0,0-1 0,0 0 0,0 1 0,0-1 0,0 0 0,2-5 0,0 0 0,0 0 0,-1 0 0,0 0 0,0-1 0,0 1 0,1-12 0,2 3 0,0 19 0,2 32 0,-6-23 0,40 218 0,-34-175 0,-3 1 0,-3 68 0,-2-120 6,0 0 0,0 0 0,0 0 0,-1 0 0,1 0 0,-1 0 0,0-1 0,-1 1 0,1 0 0,0-1 0,-1 1 0,0-1 0,0 1 0,0-1 0,0 0 0,-1 0 0,1 0 0,-1 0 0,-4 3 0,3-4-93,1 0-1,-1 0 1,0 0 0,0-1-1,-1 0 1,1 0 0,0 0-1,0 0 1,0-1-1,-1 1 1,1-1 0,0 0-1,-1-1 1,1 1 0,0-1-1,-8-2 1,-19-4-6739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50.9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2864 0 24575,'-35'2'0,"0"1"0,1 2 0,0 1 0,0 1 0,0 2 0,1 2 0,1 1 0,0 1 0,-42 24 0,-2 9 0,1 3 0,-98 84 0,117-83 0,2 2 0,2 3 0,3 2 0,-55 80 0,-145 270 0,118-182 0,-347 485 0,43-70 0,331-470 0,-151 343 0,224-431 0,4 1 0,3 2 0,-13 96 0,-16 262 0,46-369 0,-10 163 0,17 263 0,7-403 0,4 1 0,40 159 0,78 182 0,-72-260 0,110 398 0,51 160 0,-63-132 0,5 18 0,-125-517 0,131 353 0,39 24 0,-183-427 0,-2 1 0,-4 1 0,11 64 0,15 184 0,-24-157 0,32 297 0,27 181 0,-58-533 0,3-2 0,5 0 0,4-2 0,4-1 0,3-2 0,57 95 0,-1-29 0,7-3 0,157 178 0,-11-64 0,-191-213 0,3-2 0,114 72 0,202 77 0,65 41 0,-388-205 0,390 230 0,-28-67 0,529 175 0,-218-177 0,-441-142 0,360 19 0,296-52 0,-749-28-106,-1-9-1,0-8 1,-2-9-1,-1-8 1,-3-7-1,196-82 1,596-287-66,-597 248 195,722-317-23,-686 293-371,410-261 1,334-321-370,-719 443 654,-317 231-74,157-170 1,-230 213 159,-2-2 0,-4-3 0,-2-1 0,-3-2 0,-3-2 0,-3-1 0,36-111 0,-2-48 0,40-257 0,-50 203 0,99-344 538,-60 256 993,-62 214-1366,-8-2 0,11-237 0,-34-323 40,-6 496-194,-3 75-11,-7 0 0,-6 1 0,-55-211 0,11 138 0,-140-329 0,131 395 0,-177-280 0,-150-105 0,214 335 342,153 174-684,-1 2 1,-2 1 0,-1 1-1,-45-24 1,47 33-6485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54.6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100 658 24575,'1'44'0,"0"-22"0,0 0 0,-1 0 0,-2 0 0,0 0 0,-1 0 0,-1 0 0,-1-1 0,-8 23 0,12-43 0,1 0 0,-1 1 0,1-1 0,-1 0 0,1 0 0,-1 0 0,0 0 0,1 0 0,-1 0 0,0 0 0,0 0 0,0 0 0,0 0 0,0 0 0,0 0 0,0-1 0,0 1 0,0 0 0,0-1 0,0 1 0,-2 0 0,2-1 0,0-1 0,0 1 0,0 0 0,1 0 0,-1-1 0,0 1 0,0-1 0,0 1 0,0-1 0,1 1 0,-1-1 0,0 1 0,0-1 0,1 0 0,-1 1 0,0-1 0,1 0 0,-1 1 0,1-1 0,-1 0 0,0-1 0,-3-7 0,0 1 0,1-1 0,0 0 0,-4-16 0,1-11 0,1-1 0,2 0 0,1 0 0,3 0 0,0 0 0,3 1 0,1-1 0,1 1 0,2 0 0,17-47 0,-10 42 0,2 1 0,1 1 0,3 0 0,0 1 0,3 2 0,1 0 0,1 1 0,48-46 0,-71 78 0,0-1 0,0 2 0,0-1 0,0 0 0,1 1 0,-1-1 0,1 1 0,-1 0 0,1 0 0,0 0 0,0 1 0,0-1 0,0 1 0,0 0 0,6 0 0,-7 1 0,-1 1 0,1-1 0,0 1 0,0 0 0,-1 0 0,1 0 0,0 0 0,-1 0 0,1 1 0,-1-1 0,1 1 0,-1 0 0,0 0 0,0 0 0,0 0 0,0 0 0,0 0 0,0 0 0,-1 1 0,1-1 0,-1 1 0,1-1 0,1 5 0,9 22 0,-1 0 0,-1 1 0,-2 1 0,-1-1 0,-1 1 0,2 37 0,-2-20 0,51 543-1365,-55-526-5461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54.9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28 24575,'0'-5'0,"9"-1"0,13 1 0,20 0 0,17 2 0,18 1 0,3 1 0,3 5 0,1 2 0,-5 0 0,-15-1-8191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56.6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2652 1 24575,'-19'11'0,"0"1"0,0 1 0,2 0 0,-28 27 0,16-14 0,-111 103-78,6 6 0,5 6 0,7 5 0,6 6 0,7 4-1,7 5 1,7 5 0,-106 254 0,111-177 78,-102 450 0,26 273 0,45-130 0,-50 369 0,-49 257-519,44-322-156,44 5 334,44 1309-429,88-2351 768,9 417-48,1-354 30,35 184 0,-9-162 398,84 253-1,-89-355-1,2-2 0,5-1 0,3-2 0,3-2-1,64 84 1,164 167-279,-29-38-104,-180-213 7,2-2 0,83 74 0,-111-118 0,3-1 0,0-2 0,2-2 0,1-2 0,1-1 0,56 22 0,-11-15 0,0-4 0,131 24 0,192 10 0,-131-24 0,1180 116 0,160-148 0,-864-11 0,-117 7 0,626-5 0,-1001-8 0,-1-11 0,442-94 0,-477 58 0,-2-9 0,-3-10 0,267-132 0,-196 57 0,-8-13 0,292-222 0,-543 360-195,-1-1 0,-2-2 0,-1-2 0,-1 0 0,-2-3 0,37-54 0,-48 62-6631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57.8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139 305 24575,'0'489'0,"-3"-528"0,-2-1 0,-1 1 0,-17-53 0,5 22 0,-8-35 0,10 49 0,3 0 0,2-1 0,-6-108 0,17 163 0,0-1 0,0 0 0,1 0 0,-1 0 0,1 0 0,0 1 0,-1-1 0,1 0 0,1 1 0,-1-1 0,0 1 0,1-1 0,-1 1 0,1-1 0,0 1 0,0 0 0,0 0 0,0 0 0,0 0 0,0 0 0,0 0 0,1 1 0,-1-1 0,0 1 0,1-1 0,0 1 0,-1 0 0,1 0 0,0 0 0,3 0 0,9-2 0,0 1 0,0 0 0,0 1 0,23 1 0,-18 0 0,14-1 0,1 0 0,0 2 0,39 5 0,-71-6 0,0 1 0,0-1 0,0 1 0,0 0 0,0 0 0,0 0 0,0 0 0,0 0 0,-1 1 0,1-1 0,0 1 0,-1 0 0,1 0 0,-1 0 0,0 0 0,0 0 0,0 0 0,0 1 0,0-1 0,0 1 0,0-1 0,-1 1 0,1 0 0,-1 0 0,0 0 0,0 0 0,0 0 0,0 0 0,-1 0 0,1 0 0,-1 0 0,1 0 0,-1 0 0,0 0 0,-1 0 0,1 0 0,0 0 0,-2 6 0,-1 2 0,0 1 0,0-1 0,-1 0 0,0 0 0,-1 0 0,-1-1 0,1 1 0,-2-1 0,-7 9 0,-11 8 0,-1-1 0,-1-1 0,-2-2 0,-60 39 0,77-54 0,11-7 0,0-1 0,1 0 0,-1 0 0,1 1 0,-1-1 0,0 0 0,1 1 0,-1-1 0,1 1 0,-1-1 0,1 1 0,-1-1 0,1 1 0,-1-1 0,1 1 0,0-1 0,-1 1 0,1-1 0,0 1 0,-1 0 0,1-1 0,0 1 0,0 0 0,0-1 0,0 1 0,-1 0 0,1-1 0,0 1 0,0 0 0,0-1 0,0 1 0,0 0 0,1 0 0,0 1 0,0-1 0,0 0 0,1 0 0,-1 0 0,0 0 0,1 0 0,-1 0 0,1 0 0,-1 0 0,1-1 0,0 1 0,-1 0 0,3 0 0,70 12 0,-60-11 0,6 1 0,0 0 0,0 2 0,-1 0 0,1 1 0,28 14 0,-41-17 0,-1 1 0,0 0 0,0 0 0,0 1 0,-1-1 0,0 1 0,0 0 0,0 1 0,0-1 0,-1 1 0,0 0 0,0 0 0,0 0 0,-1 1 0,0-1 0,0 1 0,-1 0 0,0 0 0,2 8 0,-1 1 0,0 0 0,-1 0 0,-1 0 0,0 0 0,-2 1 0,1-1 0,-6 24 0,5-35 0,0 0 0,0 0 0,-1 0 0,0 0 0,0 0 0,0 0 0,0-1 0,-1 1 0,0-1 0,0 0 0,0 0 0,-1 0 0,1 0 0,-1 0 0,0-1 0,0 0 0,0 1 0,0-2 0,-1 1 0,1 0 0,-1-1 0,0 0 0,1 0 0,-1 0 0,0-1 0,-10 2 0,-7-1-114,0 0 1,0-2-1,0-1 0,0-1 0,0-1 1,1-1-1,-1 0 0,1-2 0,0 0 1,0-2-1,-24-12 0,3-1-6712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9:44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1 321 24575,'0'0'0,"1"0"0,-1 0 0,0-1 0,0 1 0,0 0 0,0 0 0,0 0 0,0 0 0,0 0 0,1 0 0,-1 0 0,0-1 0,0 1 0,0 0 0,0 0 0,0 0 0,0 0 0,0 0 0,0 0 0,0-1 0,0 1 0,0 0 0,0 0 0,0 0 0,0 0 0,0-1 0,0 1 0,0 0 0,0 0 0,0 0 0,0 0 0,0 0 0,0-1 0,0 1 0,0 0 0,0 0 0,0 0 0,0 0 0,0 0 0,0 0 0,-1-1 0,1 1 0,0 0 0,0 0 0,0 0 0,0 0 0,0 0 0,0 0 0,0 0 0,-1 0 0,1 0 0,0-1 0,0 1 0,0 0 0,18-9 0,19-2 0,1 1 0,0 3 0,0 0 0,73-1 0,-65 6 0,953-19 0,-509 20 0,-411-1 0,1-3 0,-1-4 0,-1-3 0,0-4 0,123-41 0,-198 56 0,38-18 0,-40 19 0,0-1 0,-1 1 0,1 0 0,0-1 0,-1 1 0,1-1 0,-1 1 0,1-1 0,0 1 0,-1-1 0,1 1 0,-1-1 0,0 0 0,1 1 0,-1-1 0,1 0 0,-1 1 0,0-1 0,0 0 0,1 1 0,-1-1 0,0 0 0,0 0 0,0 1 0,0-1 0,0 0 0,0 0 0,0 1 0,0-1 0,0 0 0,0 0 0,0 1 0,0-1 0,-1 0 0,1 1 0,0-1 0,-1 0 0,1 1 0,0-1 0,-1 0 0,1 1 0,-1-1 0,1 1 0,-1-1 0,1 0 0,-1 1 0,1-1 0,-1 1 0,1 0 0,-1-1 0,-1 0 0,-8-5 0,0 0 0,-1 1 0,0 0 0,0 0 0,-1 1 0,-14-3 0,15 4 0,0 0 0,1 0 0,-1-1 0,1 0 0,0-1 0,1 0 0,-11-8 0,20 13 0,0 0 0,0 0 0,0 0 0,0-1 0,0 1 0,0 0 0,0 0 0,0-1 0,0 1 0,0 0 0,0 0 0,0 0 0,0-1 0,0 1 0,0 0 0,0 0 0,0-1 0,0 1 0,0 0 0,0 0 0,1 0 0,-1-1 0,0 1 0,0 0 0,0 0 0,0 0 0,0 0 0,1-1 0,-1 1 0,0 0 0,0 0 0,0 0 0,1 0 0,-1 0 0,0 0 0,0-1 0,0 1 0,1 0 0,-1 0 0,0 0 0,0 0 0,1 0 0,-1 0 0,0 0 0,0 0 0,0 0 0,1 0 0,-1 0 0,0 0 0,0 0 0,1 0 0,-1 0 0,0 0 0,0 1 0,0-1 0,1 0 0,-1 0 0,0 0 0,0 0 0,1 0 0,19 1 0,1 2 0,0 2 0,-1 1 0,0 0 0,0 1 0,0 2 0,-1 0 0,0 0 0,0 2 0,-1 1 0,16 13 0,-32-23 0,0-1 0,0 1 0,0 0 0,0 0 0,-1-1 0,1 1 0,-1 0 0,1 1 0,-1-1 0,0 0 0,0 0 0,0 0 0,0 1 0,0-1 0,0 0 0,-1 1 0,1-1 0,-1 1 0,1-1 0,-1 1 0,0-1 0,0 1 0,0-1 0,-1 1 0,1-1 0,-1 1 0,1-1 0,-1 1 0,0-1 0,0 0 0,0 1 0,0-1 0,0 0 0,0 0 0,-1 0 0,1 0 0,-1 0 0,-2 3 0,-7 6 0,-1 0 0,0 0 0,-1-1 0,-27 16 0,13-9 0,-59 42-1365,53-38-5461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9:45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2436 24575,'2'-2'0,"0"1"0,0-1 0,0 0 0,0 0 0,0 0 0,-1 0 0,1 0 0,-1 0 0,0-1 0,1 1 0,-1 0 0,0-1 0,0 1 0,0-1 0,-1 1 0,1-1 0,0-2 0,0 1 0,88-320 0,-35 119 0,157-607 0,-157 560 0,26-324 0,-72 398 0,-8 176 0,0-1 0,0 0 0,0 1 0,0-1 0,-1 0 0,1 1 0,-1-1 0,0 0 0,0 1 0,0-1 0,0 1 0,-2-4 0,2 5 0,1 1 0,-1-1 0,1 1 0,-1-1 0,0 1 0,1 0 0,-1-1 0,0 1 0,1 0 0,-1-1 0,0 1 0,0 0 0,1 0 0,-1-1 0,0 1 0,0 0 0,1 0 0,-1 0 0,0 0 0,0 0 0,1 0 0,-1 0 0,0 0 0,0 1 0,1-1 0,-1 0 0,-1 1 0,-5 2 0,1 1 0,0 0 0,-1 1 0,2-1 0,-1 1 0,0 0 0,-6 9 0,-252 325 0,65-75 0,175-240 0,20-25 0,13-15 0,12-10 0,0 1 0,2 1 0,0 1 0,48-36 0,119-70 0,-170 117 0,116-66 0,-122 71 0,0 1 0,0 0 0,0 2 0,1-1 0,0 2 0,-1 0 0,30-2 0,-39 5-91,0 0 0,1 1 0,-1 0 0,0 0 0,0 0 0,0 0 0,0 1 0,0 0 0,0 0 0,0 0 0,-1 0 0,1 1 0,-1 0 0,5 3 0,18 20-6735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2:05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24575,'5'0'0,"11"0"0,12 4 0,12 12 0,7 13 0,2 10 0,1 9 0,-7 0 0,-6-7 0,-10-11-8191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2:05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0 24575,'0'10'0,"-5"13"0,-16 16 0,-9 7 0,-9 10 0,-3 0 0,6-5 0,9-11-8191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2:07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24575,'-2'51'0,"1"-33"0,0-1 0,1 1 0,1 0 0,0-1 0,7 29 0,-7-43 0,1 0 0,-1-1 0,1 1 0,-1 0 0,1-1 0,0 1 0,0-1 0,1 1 0,-1-1 0,0 0 0,1 0 0,-1 0 0,1 0 0,0-1 0,0 1 0,0-1 0,0 1 0,0-1 0,0 0 0,0 0 0,0 0 0,0-1 0,0 1 0,4-1 0,11 2 0,1 0 0,-1-2 0,20-2 0,-16 1 0,-11 1 0,-1-1 0,1 0 0,0 0 0,0-1 0,0-1 0,-1 0 0,1 0 0,10-5 0,-16 5 0,1-1 0,-1 1 0,0-1 0,0 1 0,-1-2 0,1 1 0,-1 0 0,0-1 0,0 0 0,0 0 0,-1 0 0,0 0 0,0 0 0,0-1 0,3-8 0,5-8 0,-11 45 0,0-13 0,-1 37 0,1-17 0,-1-1 0,-1 1 0,-2 0 0,-8 35 0,10-58 0,0 1 0,-1-1 0,0 0 0,0 0 0,-1 0 0,0 0 0,0 0 0,-1-1 0,1 0 0,-1 0 0,-1 0 0,1 0 0,-1-1 0,0 0 0,0 0 0,0-1 0,-1 1 0,0-1 0,0-1 0,0 1 0,-9 2 0,-2-1-341,0-1 0,0-1-1,-37 3 1,4-4-6485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43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112 278 24575,'-39'57'0,"32"-48"0,-1 0 0,2 1 0,-1 0 0,-8 18 0,9-13 0,1 0 0,0 0 0,1 0 0,1 0 0,0 1 0,1-1 0,0 19 0,2-27 0,1 0 0,-1 0 0,1 0 0,0 0 0,1-1 0,0 1 0,0-1 0,0 1 0,1-1 0,0 0 0,0 1 0,0-2 0,1 1 0,0 0 0,0-1 0,1 1 0,-1-1 0,9 7 0,3-1 0,1 0 0,0-1 0,0-1 0,1 0 0,0-2 0,1 0 0,-1-1 0,2-1 0,23 4 0,15 0 0,105 1 0,-150-10 0,0 0 0,0-1 0,0 0 0,0-1 0,-1-1 0,1 0 0,-1 0 0,1-1 0,20-11 0,-24 10 0,0-1 0,0 0 0,-1 0 0,0-1 0,0 0 0,0-1 0,-1 0 0,0 0 0,-1 0 0,0-1 0,0 0 0,5-12 0,-4 5 0,0-1 0,-1 0 0,-1 0 0,-1-1 0,0 1 0,-1-1 0,0-24 0,-6-130 0,-1 98 0,4 58 0,-1 1 0,-1 0 0,0-1 0,-1 1 0,0 0 0,-10-25 0,10 35 0,1-1 0,-1 1 0,0 0 0,0 1 0,-1-1 0,1 0 0,-1 1 0,0 0 0,0 0 0,-1 0 0,1 0 0,-1 1 0,0 0 0,0 0 0,0 0 0,0 0 0,0 1 0,-1 0 0,1 0 0,-12-2 0,-5 0 12,-1 1 0,0 2 0,-1 0 0,1 1 0,0 2 0,0 0 0,1 2 0,-1 0 0,-35 12 0,14-1-383,1 3-1,1 1 1,-69 43 0,56-27-6455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45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26 141 24575,'-3'4'0,"0"0"0,1 0 0,-1 1 0,1-1 0,0 1 0,0 0 0,1 0 0,-1-1 0,1 1 0,0 0 0,0 8 0,0-3 0,0 0 0,0 0 0,1 0 0,3 18 0,0-19 0,0 0 0,1-1 0,0 1 0,0-1 0,1 0 0,0-1 0,0 1 0,1-1 0,0 0 0,0 0 0,1-1 0,0 0 0,0 0 0,0 0 0,12 5 0,11 8 0,1-1 0,52 20 0,-49-24 0,0-2 0,0-2 0,56 10 0,-77-18 0,1 0 0,0 0 0,0-2 0,0 0 0,0 0 0,0-2 0,-1 1 0,1-2 0,0 0 0,-1 0 0,0-1 0,15-7 0,-20 6 0,-1 0 0,0-1 0,0 0 0,0 0 0,-1 0 0,0-1 0,0 0 0,0 0 0,-1-1 0,0 0 0,-1 0 0,0 0 0,0 0 0,0 0 0,-1-1 0,0 0 0,-1 1 0,2-13 0,0-7 0,0 1 0,-2-1 0,-1 0 0,-4-48 0,2 69 0,0 1 0,0-1 0,0 1 0,-1-1 0,0 1 0,0-1 0,0 1 0,-1 0 0,0 0 0,0 0 0,-1 1 0,1-1 0,-1 1 0,-1 0 0,1 0 0,-9-7 0,5 5 0,-1 2 0,0-1 0,0 2 0,0-1 0,0 1 0,-1 0 0,0 1 0,0 0 0,0 1 0,-13-2 0,-119-7-1365,72 10-5461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46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0 192 24575,'1'12'0,"-1"0"0,2 0 0,0-1 0,0 1 0,1 0 0,0-1 0,1 1 0,0-1 0,1 0 0,0-1 0,1 1 0,0-1 0,1 0 0,0 0 0,1-1 0,0 0 0,0-1 0,1 1 0,9 6 0,-3-4 0,0-1 0,0 0 0,1-2 0,0 0 0,0-1 0,1 0 0,0-1 0,0-1 0,1-1 0,-1 0 0,1-1 0,20 0 0,-26-2 0,1-1 0,0 0 0,0-1 0,0 0 0,0-1 0,-1 0 0,21-7 0,-26 6 0,0-1 0,-1 1 0,1-1 0,-1 0 0,0-1 0,0 1 0,0-1 0,0-1 0,-1 1 0,0-1 0,0 0 0,-1 0 0,1 0 0,3-9 0,2-5 0,-2-1 0,0 0 0,-2-1 0,0 0 0,-1 0 0,-1 0 0,-2 0 0,0-1 0,-1 1 0,-1-1 0,-4-27 0,4 45 0,-1 0 0,0 0 0,0 0 0,0 1 0,0-1 0,-1 0 0,0 0 0,0 1 0,0-1 0,0 1 0,-1 0 0,1 0 0,-1 0 0,0 0 0,-1 0 0,1 1 0,-1-1 0,1 1 0,-1 0 0,0 0 0,0 0 0,-1 1 0,1-1 0,0 1 0,-1 0 0,0 0 0,1 1 0,-1-1 0,0 1 0,0 0 0,0 0 0,0 1 0,0 0 0,1-1 0,-1 2 0,0-1 0,0 0 0,0 1 0,0 0 0,0 0 0,-6 3 0,-33 24-1365,3 8-5461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46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89 24575,'-12'14'0,"1"0"0,0 1 0,1 0 0,1 1 0,0 0 0,1 0 0,1 1 0,-10 33 0,5-7 0,3 1 0,-6 61 0,12-74 0,-1-9 0,2 0 0,1 1 0,0-1 0,4 29 0,-2-46 0,0 0 0,0 0 0,0 0 0,1 0 0,-1 0 0,1 0 0,0 0 0,1-1 0,-1 1 0,1-1 0,0 0 0,0 0 0,0 0 0,1 0 0,-1 0 0,1-1 0,0 1 0,0-1 0,0 0 0,0 0 0,1-1 0,-1 1 0,10 2 0,7 2 0,1-1 0,0-2 0,0 0 0,0-1 0,29 0 0,-5-4 0,72-8 0,-111 8 0,0 0 0,0-1 0,-1 0 0,1 0 0,-1 0 0,1-1 0,-1 0 0,0 0 0,0-1 0,0 0 0,0 0 0,-1 0 0,0 0 0,0-1 0,6-6 0,-4 2 0,-1 0 0,0-1 0,0 1 0,-1-1 0,0 0 0,-1-1 0,0 1 0,4-20 0,-3 5 0,-2 0 0,0 0 0,-2 0 0,0-1 0,-2 1 0,-1 0 0,-8-41 0,6 46 0,-2-1 0,0 1 0,-1 0 0,-1 0 0,-1 1 0,-1 0 0,0 1 0,-2 0 0,0 0 0,-14-16 0,16 24 0,0 0 0,-1 1 0,0 0 0,0 0 0,-1 1 0,0 1 0,-1 0 0,1 0 0,-1 1 0,-1 1 0,1 0 0,-1 1 0,0 1 0,1 0 0,-30-2 0,23 4 12,0 1 0,0 1-1,0 1 1,1 1 0,-1 1-1,-37 12 1,10 2-736,-65 34 1,-23 21-6103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2:10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24575,'3'-2'0,"0"0"0,0 0 0,0 0 0,0 1 0,1-1 0,-1 1 0,1 0 0,-1 0 0,1 0 0,-1 1 0,1-1 0,-1 1 0,7 0 0,0-1 0,88-7 0,145 9 0,98 27 0,-325-27 0,614 79-740,-72-8 649,-253-24 91,-287-45 0,59 7 281,0-3 0,134-6 0,0-1-293,-192 2 12,38 9 0,-43-7 0,0-1 0,1-1 0,-1 0 0,19 0 0,-33-2 0,1 0 0,-1 0 0,0 0 0,1 0 0,-1 0 0,0 0 0,1 0 0,-1 0 0,0 0 0,1-1 0,-1 1 0,0 0 0,1 0 0,-1 0 0,0 0 0,1 0 0,-1 0 0,0-1 0,0 1 0,1 0 0,-1 0 0,0-1 0,0 1 0,1 0 0,-1 0 0,0-1 0,0 1 0,0 0 0,0 0 0,1-1 0,-1 1 0,0 0 0,0-1 0,0 1 0,0 0 0,0-1 0,0 1 0,0 0 0,0-1 0,0 1 0,0 0 0,0-1 0,0 1 0,0 0 0,0-1 0,0 1 0,0 0 0,0-1 0,0 1 0,0 0 0,-1 0 0,1-1 0,0 1 0,0 0 0,0-1 0,0 1 0,-1 0 0,1 0 0,-1-1 0,-13-16 0,1 7 0,-1 1 0,1 0 0,-1 1 0,-1 1 0,-18-8 0,-83-24 0,74 27 0,-80-27 0,121 39 0,1 0 0,-1 0 0,1 0 0,-1 0 0,1 0 0,-1 0 0,1-1 0,-1 1 0,1 0 0,-1 0 0,1 0 0,-1-1 0,1 1 0,-1 0 0,1 0 0,0-1 0,-1 1 0,1 0 0,-1-1 0,1 1 0,0-1 0,0 1 0,-1 0 0,1-1 0,0 1 0,0-1 0,-1 1 0,1-1 0,0 1 0,0-1 0,15-4 0,30 6 0,-18 5 0,51 16 0,-69-19 0,0 0 0,0 1 0,0 0 0,-1 1 0,1 0 0,-1 1 0,0-1 0,14 15 0,-21-19 0,0 1 0,0 0 0,0 0 0,0 0 0,0 0 0,0 0 0,0 0 0,-1 1 0,1-1 0,-1 0 0,0 0 0,1 0 0,-1 1 0,0-1 0,0 0 0,-1 0 0,1 1 0,0-1 0,-1 0 0,1 0 0,-1 0 0,0 0 0,0 0 0,0 0 0,0 0 0,0 0 0,-2 4 0,-5 5 0,0 1 0,-1-1 0,-13 12 0,15-15 0,-25 25-1365,3-5-5461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2:1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24575,'10'0'0,"7"0"0,11 0 0,5 0 0,3 4 0,-2 13 0,0 6 0,-2 10 0,-1-1 0,-7-1 0,-2-5 0,-4-4 0,-1-4 0,-3-6-8191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2:11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7 24575,'-5'-5'0,"-7"3"0,-10 7 0,-2 12 0,-6 13 0,2 6 0,1 2 0,4 4 0,7-1 0,6-2 0,5-7-8191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2:12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3646 24575,'7'-8'0,"-1"0"0,1 0 0,-2 0 0,1-1 0,-1 0 0,0 0 0,-1 0 0,0-1 0,4-15 0,0-10 0,6-50 0,-10 56 0,128-1094 0,-89 335 0,-44-4 0,-3 300 0,5 441 0,-2-63 0,1 112 0,0 1 0,0 0 0,0-1 0,-1 1 0,1-1 0,0 1 0,0 0 0,-1-1 0,1 1 0,-1 0 0,1 0 0,-1-1 0,0 1 0,1 0 0,-1 0 0,0 0 0,0 0 0,0 0 0,0 0 0,0 0 0,0 0 0,0 0 0,0 0 0,0 0 0,0 1 0,-1-1 0,0 0 0,-1 0 0,0 1 0,0 0 0,0-1 0,1 1 0,-1 1 0,0-1 0,0 0 0,0 1 0,1-1 0,-1 1 0,0 0 0,-4 2 0,-9 4 0,1 1 0,0 0 0,-18 15 0,32-23 0,-26 19 0,6-5 0,-34 29 0,55-43 0,0 0 0,0 0 0,0 0 0,0 1 0,0-1 0,0 0 0,0 0 0,0 0 0,0 0 0,-1 0 0,1 0 0,0 0 0,0 0 0,0 0 0,0 0 0,0 0 0,0 0 0,0 0 0,0 0 0,0 0 0,0 0 0,0 1 0,0-1 0,0 0 0,0 0 0,-1 0 0,1 0 0,0 0 0,0 0 0,0 0 0,0 0 0,0 0 0,0 1 0,0-1 0,0 0 0,0 0 0,0 0 0,0 0 0,0 0 0,0 0 0,0 0 0,1 0 0,-1 0 0,0 1 0,0-1 0,0 0 0,0 0 0,0 0 0,0 0 0,0 0 0,0 0 0,0 0 0,0 0 0,0 0 0,0 0 0,0 0 0,0 0 0,1 1 0,-1-1 0,0 0 0,0 0 0,0 0 0,0 0 0,10-1 0,12-4 0,-8-1-124,0 1 0,0 0 0,1 1 0,-1 1 0,1 0 0,0 1-1,0 1 1,0 0 0,0 1 0,23 2 0,-13 4-6702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2:13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24575,'0'7'0,"1"0"0,0 0 0,1 0 0,3 11 0,3 16 0,1 36 0,-6-34 0,2 1 0,1-1 0,2 0 0,17 45 0,-19-66 0,-3-5 0,1 0 0,1-1 0,0 1 0,10 14 0,-13-21 0,0-1 0,1 1 0,0-1 0,-1 1 0,1-1 0,0 0 0,0 0 0,0 0 0,1 0 0,-1-1 0,0 1 0,1-1 0,-1 0 0,1 0 0,-1 0 0,1-1 0,5 2 0,3-1 0,0-1 0,-1 0 0,1 0 0,0-1 0,-1-1 0,1 0 0,-1 0 0,1-1 0,-1 0 0,12-6 0,-16 5 0,0 0 0,0 0 0,0 0 0,-1-1 0,0 0 0,0-1 0,0 1 0,-1-1 0,0 0 0,0 0 0,0 0 0,-1-1 0,0 0 0,0 0 0,4-12 0,-6 53 0,-6 42 0,3-53 0,-1 183 0,-3 47 0,5-250 0,0 0 0,0-1 0,-1 1 0,1 0 0,-1 0 0,0-1 0,0 1 0,0 0 0,0-1 0,-1 1 0,1-1 0,-1 0 0,1 1 0,-1-1 0,0 0 0,0 0 0,-3 3 0,2-2 0,-1-1 0,0 1 0,0-1 0,-1 0 0,1 0 0,0-1 0,-1 1 0,1-1 0,-9 1 0,-6 0 0,0-1 0,-1-1 0,1 0 0,-20-4 0,32 3 0,1 0-151,-1 0-1,1 0 0,0 0 0,0-1 1,0 0-1,0 0 0,0-1 1,-6-3-1,-6-8-6674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2:27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17.8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24575,'0'5'0,"9"24"0,3 16 0,0 24 0,-3 19 0,-2 7 0,-8 2 0,-3-6 0,-1-19-8191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18.1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56 24575,'5'0'0,"10"-5"0,17-1 0,25 0 0,27-3 0,31 0 0,23 1 0,16 2 0,5 2 0,-11 2 0,-22 1 0,-27 6 0,-30 1-8191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18.5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24575,'5'0'0,"10"5"0,12 19 0,6 16 0,2 9 0,4 6 0,1-2 0,-7-9-8191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18.8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398 1 24575,'-14'0'0,"-9"4"0,-19 12 0,-6 11 0,-15 11 0,0 3 0,6 0 0,7-8 0,13-9-8191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19.5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65 4 24575,'-3'1'0,"1"-1"0,0 1 0,-1 0 0,1 0 0,0 0 0,0 0 0,0 0 0,-1 0 0,1 0 0,0 1 0,1-1 0,-1 1 0,0 0 0,0-1 0,1 1 0,-1 0 0,1 0 0,-1 0 0,1 0 0,0 0 0,0 1 0,0-1 0,0 0 0,0 0 0,0 1 0,1-1 0,-1 5 0,0-5 0,0 1 0,0-1 0,1 1 0,-1-1 0,1 1 0,0 0 0,0-1 0,0 1 0,0-1 0,0 1 0,1 0 0,-1-1 0,1 1 0,0-1 0,-1 1 0,1-1 0,0 0 0,1 1 0,-1-1 0,0 0 0,1 0 0,-1 0 0,1 0 0,-1 0 0,1 0 0,2 2 0,0-3 0,-1 1 0,1-1 0,-1 0 0,1 0 0,0 0 0,-1 0 0,1 0 0,0-1 0,0 0 0,-1 0 0,1 0 0,0 0 0,0-1 0,0 1 0,-1-1 0,1 0 0,0 0 0,-1 0 0,1-1 0,-1 1 0,0-1 0,1 0 0,-1 0 0,0 0 0,0-1 0,5-4 0,6-5 0,0-2 0,-1 0 0,20-28 0,-31 39 0,16-14 0,-17 17 0,-1 0 0,0 0 0,1 0 0,-1-1 0,0 1 0,1 0 0,-1 0 0,1 0 0,-1 0 0,0 0 0,1 0 0,-1 0 0,1 0 0,-1 0 0,0 0 0,1 0 0,-1 0 0,1 1 0,-1-1 0,0 0 0,1 0 0,-1 0 0,0 0 0,1 1 0,-1-1 0,0 0 0,1 0 0,-1 1 0,0-1 0,1 1 0,1 2 0,-1 1 0,1-1 0,-1 1 0,0 0 0,0 0 0,0-1 0,0 1 0,-1 0 0,1 5 0,7 160 0,-15 196 0,7-359 0,-1 1 0,0-1 0,1 0 0,-2 1 0,1-1 0,-1 0 0,0 0 0,-1 1 0,1-2 0,-1 1 0,0 0 0,-1 0 0,1-1 0,-1 0 0,-4 5 0,5-8 0,0 1 0,0-1 0,0 0 0,0-1 0,0 1 0,-1-1 0,1 1 0,0-1 0,-1 0 0,1 0 0,-1 0 0,1-1 0,-1 1 0,1-1 0,-1 0 0,0 0 0,1 0 0,-1 0 0,1-1 0,-1 0 0,1 1 0,-1-1 0,1 0 0,-1-1 0,1 1 0,0-1 0,0 1 0,-6-5 0,-5-3-273,1 0 0,0-1 0,1-1 0,-14-15 0,-9-11-6553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3:21.4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24575,'5'0'0,"1"5"0,1 6 0,-2 6 0,-2 5 0,0-1-8191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3:22.3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0 24575,'0'5'0,"0"11"0,0 12 0,0 7 0,0 1 0,-5-4 0,-1-4 0,0-6-8191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3:24.4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0 24575,'-5'10'0,"-1"12"0,0 8 0,1 8 0,2 17 0,0 8 0,2 4 0,1-5 0,0-9 0,0-8 0,0-11-8191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4.1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24575,'5'0'0,"1"5"0,-1 5 0,0 11 0,-2 7 0,-1-2-8191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4.0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24575,'0'4'0,"0"7"0,0 5 0,0 5 0,0 9 0,0 7 0,0 3 0,0 3 0,0 4 0,0 3 0,0-3 0,0 1 0,0-9-8191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5.1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24575,'4'0'0,"7"0"0,5 0 0,10 0 0,4 0 0,3 0 0,4 0 0,10 0 0,6 0 0,-6 0-8191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5.3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28 24575,'4'-5'0,"7"-1"0,5 1 0,5 0 0,9 2 0,2 1 0,16 0 0,8 2 0,-6 0-8191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5.4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24575,'4'0'0,"7"0"0,10 0 0,16 0 0,6 0 0,0 0 0,6 0 0,5 0 0,-7 0-8191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5.6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24575,'5'0'0,"5"0"0,11 0 0,11 5 0,5 5 0,4 3 0,6-3 0,8 3 0,3-1 0,2-3 0,-9-3-8191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5.8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24575,'9'0'0,"8"4"0,15 7 0,6 1 0,1-2 0,-5 3 0,-5-2 0,-6-2-8191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8.6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24575,'0'5'0,"0"5"0,4 7 0,7 8 0,5 11 0,1 2 0,-4-4-8191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8:39.0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356 1 24575,'-13'0'0,"-15"5"0,-15 10 0,-6 7 0,-8 10 0,1 3 0,11 1 0,7-2 0,11-6-8191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3:25.5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24575,'0'5'0,"0"11"0,0 17 0,0 8 0,0 7 0,0-1 0,0-7-8191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49.7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24575,'4'0'0,"7"0"0,10 0 0,11 9 0,14 17 0,8 22 0,4 17 0,2 7 0,-5 0 0,-8-8 0,-6-10 0,-11-14-8191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50.2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538 0 24575,'-13'0'0,"-20"9"0,-25 17 0,-18 18 0,-5 10 0,3 6 0,4 1 0,16-5 0,17-7 0,16-12-8191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3:26.8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24575,'0'5'0,"0"11"0,5 13 0,1 15 0,0 11 0,-1-5-8191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3:28.0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100 0 24575,'-10'5'0,"-3"16"0,-8 23 0,-2 20 0,5 12 0,3-6-8191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23.7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0 223 24575,'1470'-1'-532,"-1152"-7"479,586-90 0,-120 7 372,0 69 0,647 27-319,-1145 11 0,301 58 0,-130-12 0,-437-59 0,23 2 0,79-1 0,-108-9 0,-21-5 0,-25-7 0,-40-9 0,-96-20 0,-25-9 0,193 55 0,0 0 0,0 0 0,0 0 0,0-1 0,0 1 0,0 0 0,0 0 0,0 0 0,0 0 0,0 0 0,1 0 0,-1 0 0,0 0 0,0 0 0,0-1 0,0 1 0,0 0 0,0 0 0,0 0 0,0 0 0,0 0 0,0 0 0,0 0 0,0-1 0,0 1 0,0 0 0,0 0 0,0 0 0,0 0 0,0 0 0,0 0 0,0 0 0,-1 0 0,1-1 0,0 1 0,0 0 0,0 0 0,0 0 0,0 0 0,0 0 0,0 0 0,0 0 0,0 0 0,0 0 0,0 0 0,0 0 0,-1-1 0,1 1 0,0 0 0,0 0 0,0 0 0,0 0 0,0 0 0,0 0 0,0 0 0,-1 0 0,19-3 0,27 1 0,9 1 0,9 0 0,0 2 0,97 15 0,-156-16 0,0 1 0,0 0 0,-1 0 0,1 0 0,0 0 0,-1 1 0,1 0 0,-1 0 0,5 2 0,-7-3 0,-1 0 0,1 0 0,-1-1 0,1 1 0,-1 0 0,1 0 0,-1 0 0,1 0 0,-1 0 0,0 0 0,0 0 0,1 0 0,-1 0 0,0 0 0,0 0 0,0 0 0,0 0 0,0 0 0,0 0 0,0 0 0,-1 0 0,1 0 0,0 0 0,0 0 0,-1 0 0,1 0 0,-1 0 0,1-1 0,-1 1 0,1 0 0,-1 0 0,1 0 0,-1 0 0,0-1 0,1 1 0,-1 0 0,0-1 0,-2 2 0,-20 20 29,-1 0-1,-2-2 0,-47 30 0,-19 14-1506,59-36-5348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24.1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24575,'5'9'0,"6"12"0,10 17 0,2 11 0,6 10 0,2 5 0,1 1 0,0-6 0,-1-9 0,-6-13-8191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24.4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210 0 24575,'-5'5'0,"-6"11"0,-10 11 0,-10 11 0,-1 8 0,0 0 0,7-2 0,2-9 0,6-6 0,5-8-8191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26.0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0 496 24575,'0'-9'0,"19"-22"0,14-14 0,17-19 0,3-16 0,-2 1 0,-10 4 0,-12 11 0,-11 16-8191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0.5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24575,'0'4'0,"0"7"0,0 15 0,0 12 0,0 8 0,0 2 0,0-3 0,0-9-8191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0.7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24575,'0'4'0,"0"7"0,0 10 0,0 2-8191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0.9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24575,'0'4'0,"0"7"0,0 5 0,0 10 0,0 0-8191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1.0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0 24575,'0'9'0,"0"13"0,0 11 0,0 5 0,0 4 0,-5 15 0,-1-3-8191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1.2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0 24575,'0'5'0,"-4"6"0,-2 5 0,0 6 0,1 2 0,2-2-8191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1.3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24575,'0'5'0,"0"5"0,0 11 0,0 2-8191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1.5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24575,'0'4'0,"0"12"0,0 7 0,0 4 0,0 2 0,0 1 0,0-5-8191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1.6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24575,'0'5'0,"0"5"0,4 7 0,3 4 0,-1 3 0,-1 3 0,-2-4-8191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1.8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24575,'0'5'0,"0"10"0,0 8 0,0 4 0,0 2 0,0-3-8191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1.9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24575,'0'4'0,"0"12"0,0 6 0,0 0-8191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4.6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22 24575,'5'0'0,"5"0"0,7 0 0,4 0 0,8 0 0,4 0 0,9 0 0,8 0 0,8 0 0,5-9 0,-10-4-8191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4.7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24575,'4'0'0,"7"0"0,5 0 0,5 0 0,9 0 0,2 0 0,7 0 0,4 0 0,-4 0-8191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4.8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24575,'9'0'0,"8"0"0,5 0 0,9 0 0,-2 0-8191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5.0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24575,'5'0'0,"5"0"0,11 0 0,7 0 0,7 0 0,11 0 0,8 0 0,8 0 0,-7 0-8191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5.2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24575,'5'0'0,"6"0"0,5 0 0,6 0 0,2 5 0,3 1 0,5 0 0,-2-2-8191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5.4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24575,'4'0'0,"7"0"0,6 5 0,9 1 0,4 0 0,8-1 0,5-1 0,-4-2-8191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5.5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24575,'4'0'0,"7"0"0,10 0 0,11 5 0,9 1 0,-2-1-8191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5.7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24575,'4'0'0,"7"0"0,5 4 0,5 3 0,4-2 0,2 0 0,5-2 0,7-1 0,1-1 0,-6 0-8191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15.8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24575,'4'0'0,"12"0"0,6 0 0,5 0 0,3 0 0,4 0 0,7 0 0,5 0 0,-6 0-8191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27.4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4952 24575,'0'-192'0,"32"-872"0,210-812 0,-212 1694 0,37-254 0,-32-4 0,-35-9 0,-1 191 0,1 256 0,0-1 0,0 0 0,0 0 0,0 1 0,-1-1 0,1 0 0,-1 1 0,0-1 0,1 1 0,-1-1 0,0 0 0,-1 1 0,1 0 0,0-1 0,-1 1 0,-3-4 0,4 5 0,-1 0 0,1 0 0,-1 0 0,0 0 0,0 1 0,1-1 0,-1 1 0,0-1 0,0 1 0,0 0 0,0 0 0,1 0 0,-1 0 0,0 0 0,0 0 0,0 0 0,0 1 0,0-1 0,1 1 0,-1-1 0,0 1 0,0-1 0,1 1 0,-1 0 0,0 0 0,-1 2 0,-11 4 0,1 1 0,0 1 0,1 0 0,0 1 0,0 0 0,1 1 0,1 0 0,0 1 0,0 0 0,1 1 0,0 0 0,1 0 0,1 1 0,-10 25 0,16-37 0,1-1 0,-1 1 0,1-1 0,-1 1 0,1-1 0,0 1 0,-1-1 0,1 1 0,0-1 0,0 1 0,0-1 0,0 1 0,1-1 0,-1 1 0,0-1 0,1 1 0,-1-1 0,1 2 0,0-2 0,0-1 0,-1 1 0,1-1 0,-1 0 0,1 0 0,0 1 0,-1-1 0,1 0 0,0 0 0,0 0 0,-1 1 0,1-1 0,0 0 0,-1 0 0,1 0 0,0 0 0,0-1 0,-1 1 0,1 0 0,0 0 0,-1 0 0,1 0 0,0-1 0,-1 1 0,1 0 0,0-1 0,7-3 0,-1 0 0,0-1 0,0 0 0,0 0 0,6-7 0,3-2 0,-2 0 0,0 0 0,1 2 0,1 0 0,33-20 0,-44 29 0,0 1 0,0 0 0,1 0 0,-1 1 0,0-1 0,1 1 0,0 0 0,-1 1 0,1-1 0,-1 1 0,1 0 0,0 1 0,-1-1 0,1 1 0,-1 0 0,1 1 0,-1-1 0,0 1 0,1 0 0,-1 0 0,0 1 0,6 4 0,7 5-170,-1 0-1,-1 2 0,0 0 1,0 1-1,-2 1 0,0 0 1,23 35-1,-16-17-6655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28.0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 24575,'-2'94'0,"4"103"0,-2-194 0,1 0 0,-1 0 0,0 0 0,1 0 0,0-1 0,0 1 0,0 0 0,0 0 0,0-1 0,0 1 0,0-1 0,1 1 0,0-1 0,-1 1 0,1-1 0,0 0 0,0 0 0,0 0 0,0 0 0,1 0 0,-1-1 0,0 1 0,1-1 0,0 1 0,-1-1 0,1 0 0,-1 0 0,1 0 0,0 0 0,0-1 0,0 1 0,0-1 0,-1 1 0,1-1 0,0 0 0,3 0 0,2-1 0,0 1 0,-1-1 0,1-1 0,0 1 0,-1-1 0,0 0 0,1-1 0,-1 0 0,0 0 0,-1 0 0,1-1 0,11-9 0,-3-1 0,-1-1 0,-1-1 0,0 0 0,-1 0 0,-1-2 0,-1 1 0,8-20 0,-8 20 0,-10 17 0,0 0 0,0 0 0,0 0 0,0 0 0,0 0 0,0 0 0,0 0 0,0 0 0,0 1 0,0-1 0,0 0 0,0 0 0,0 0 0,0 0 0,0 0 0,0 0 0,0 0 0,0 0 0,0 0 0,1 0 0,-1 0 0,0 0 0,0 1 0,0-1 0,0 0 0,0 0 0,0 0 0,0 0 0,0 0 0,0 0 0,0 0 0,1 0 0,-1 0 0,0 0 0,0 0 0,0 0 0,0 0 0,0 0 0,0 0 0,0 0 0,0 0 0,1 0 0,-1 0 0,0 0 0,0 0 0,0 0 0,0 0 0,0 0 0,0-1 0,0 1 0,0 0 0,0 0 0,0 0 0,1 0 0,-1 0 0,0 0 0,0 0 0,0 0 0,0 0 0,0 0 0,0 0 0,0 0 0,0-1 0,3 17 0,-2 23 0,-2 129 0,-5 227 0,5-373 0,0 0 0,-6 27 0,6-44 0,-1 0 0,1 1 0,-1-1 0,0 0 0,0 0 0,0 0 0,-1 0 0,1 0 0,-1-1 0,-1 1 0,1-1 0,-1 0 0,1 0 0,-7 5 0,9-8 4,0 0 0,0 0 0,-1 0 0,1 0 0,0-1 0,0 1 0,-1 0 0,1-1 0,-1 1 0,1-1 0,0 0 0,-1 1-1,1-1 1,-1 0 0,1 0 0,-1 0 0,1 0 0,-1 0 0,1 0 0,-1 0 0,1-1 0,0 1 0,-1 0 0,-2-2 0,2 1-117,0-1 1,0 1-1,0-1 0,0 0 1,0 0-1,0 0 1,0 0-1,1 0 0,-1 0 1,0-1-1,1 1 1,-2-5-1,-10-24-6713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04.7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24575,'10'5'0,"3"6"0,-1 16 0,-2 8 0,-3 12 0,-2 4 0,-3 2 0,-1-3 0,-1-10-8191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06.0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59 0 24575,'-10'0'0,"-3"10"0,1 8 0,2 10 0,3 5 0,2 8 0,3-5-8191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29.9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24575,'0'9'0,"0"18"0,0 16 0,0 16 0,0 16 0,0 9 0,0 4 0,0-3 0,0-13 0,0-17-8191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30.2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0 121 24575,'9'0'0,"26"0"0,30-4 0,32-3 0,31-7 0,22-8 0,-1 1 0,-13 4 0,-23 5 0,-33-1 0,-29 2-8191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31.8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216 1 24575,'-3'55'0,"-3"0"0,-2 0 0,-16 55 0,1-1 0,-77 487 0,50 4 0,49-539 0,2 0 0,13 88 0,-12-133 0,1-1 0,1 1 0,0-1 0,1 0 0,0 0 0,1 0 0,1-1 0,1 0 0,0 0 0,0-1 0,1 0 0,1 0 0,0-1 0,22 19 0,-24-25 10,2 0 0,-1-1 0,0 0 0,1 0 0,0-1 0,0-1 0,1 0 0,-1 0 0,0-1 0,1 0 0,16 1 0,-4-3-307,0 0 0,1-1 0,-1-1 0,26-6 0,-3-3-6529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33.0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2 255 24575,'0'6'0,"0"1"0,1-1 0,-1 0 0,1 1 0,0-1 0,1 0 0,-1 1 0,1-1 0,1 0 0,-1 0 0,1-1 0,4 8 0,-4-9 0,1 0 0,-1 0 0,1-1 0,0 1 0,0-1 0,1 0 0,-1 0 0,1 0 0,-1 0 0,1-1 0,0 0 0,0 0 0,0 0 0,0 0 0,7 0 0,-8-1 0,1 1 0,-1-1 0,1-1 0,0 1 0,-1-1 0,1 1 0,0-1 0,-1-1 0,1 1 0,0-1 0,-1 0 0,1 0 0,0 0 0,-1 0 0,1-1 0,-1 0 0,0 0 0,8-5 0,-7 3 0,-1 0 0,0-1 0,0 0 0,-1 0 0,1 0 0,-1 0 0,0 0 0,-1-1 0,1 1 0,-1-1 0,0 0 0,0 0 0,-1 0 0,2-9 0,1-7 0,0-1 0,-2 0 0,0 0 0,-2 0 0,0 0 0,-2 0 0,-7-37 0,8 56 0,-1 0 0,0 0 0,1 0 0,-2 0 0,1 1 0,0-1 0,-1 1 0,0 0 0,0 0 0,0 0 0,0 0 0,0 0 0,0 0 0,-1 1 0,0 0 0,1 0 0,-1 0 0,0 0 0,0 0 0,0 1 0,0-1 0,0 1 0,0 0 0,0 1 0,-1-1 0,1 1 0,0 0 0,0 0 0,-1 0 0,1 0 0,0 1 0,-8 2 0,6-3 0,-1 2 0,1-1 0,0 1 0,0 0 0,0 0 0,0 0 0,0 1 0,1 0 0,-1 0 0,1 1 0,0-1 0,0 1 0,0 0 0,0 1 0,1-1 0,-1 1 0,1 0 0,0 0 0,1 0 0,-1 0 0,-3 10 0,5-13 0,1 1 0,1-1 0,-1 0 0,0 1 0,1-1 0,-1 1 0,1-1 0,0 1 0,-1-1 0,1 1 0,0-1 0,1 1 0,-1-1 0,0 1 0,1-1 0,-1 0 0,1 1 0,0-1 0,0 1 0,0-1 0,0 0 0,0 0 0,1 0 0,-1 0 0,1 0 0,-1 0 0,1 0 0,0 0 0,-1 0 0,1-1 0,0 1 0,0-1 0,0 1 0,1-1 0,-1 0 0,0 0 0,0 0 0,1 0 0,-1 0 0,0 0 0,1-1 0,-1 1 0,1-1 0,4 0 0,11 2 0,0-1 0,0-1 0,0 0 0,33-6 0,-48 6 0,0 0 0,0 0 0,0 0 0,0 1 0,0-1 0,-1 1 0,1-1 0,0 1 0,0 0 0,0 0 0,-1 1 0,1-1 0,0 0 0,-1 1 0,1 0 0,-1-1 0,0 1 0,1 0 0,-1 0 0,0 1 0,0-1 0,-1 0 0,1 1 0,0-1 0,-1 1 0,1-1 0,-1 1 0,0 0 0,0-1 0,0 1 0,1 5 0,4 13 0,-1 1 0,0-1 0,1 31 0,-2-20 0,-2-19 0,0 4 0,1 0 0,0 0 0,1 0 0,13 29 0,-16-42 0,1 0 0,0 0 0,0-1 0,1 0 0,-1 1 0,1-1 0,0 0 0,-1 0 0,2 0 0,-1 0 0,0-1 0,0 1 0,1-1 0,-1 0 0,1 0 0,0 0 0,0 0 0,-1-1 0,1 0 0,0 0 0,0 0 0,0 0 0,1 0 0,-1-1 0,7 0 0,-5 0-72,1-2 1,-1 1-1,1-1 0,-1 0 0,0 0 0,1-1 0,-1 0 0,-1 0 1,1 0-1,0-1 0,-1 0 0,0 0 0,1 0 0,-2-1 0,1 0 1,0 0-1,-1 0 0,7-10 0,17-27-6754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6:34.3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90 375 24575,'10'9'0,"0"-1"0,1 0 0,-1 0 0,2-1 0,-1-1 0,1 0 0,0 0 0,20 6 0,-2-3 0,1 0 0,43 4 0,-73-12 0,26 3 0,-1-1 0,0-1 0,1-1 0,31-3 0,-52 1 0,1 0 0,-1 0 0,1 0 0,-1-1 0,0 0 0,0 0 0,1-1 0,-1 0 0,-1 0 0,1 0 0,0-1 0,-1 0 0,0 0 0,0 0 0,0-1 0,0 1 0,-1-1 0,0-1 0,0 1 0,0 0 0,0-1 0,2-6 0,0 0 0,-1-1 0,0 0 0,-1-1 0,-1 1 0,0-1 0,0 1 0,-2-1 0,0 0 0,0 0 0,-1 0 0,-1 0 0,0 0 0,-1 1 0,0-1 0,-6-17 0,5 21 0,-1 1 0,0 0 0,0 0 0,-1 0 0,0 0 0,-1 1 0,0-1 0,0 1 0,-1 1 0,0-1 0,0 1 0,-1 1 0,0-1 0,0 1 0,0 1 0,-1-1 0,1 1 0,-2 1 0,1 0 0,0 0 0,-16-4 0,9 5 8,0 1-1,0 1 1,0 0-1,-1 1 1,1 0-1,0 2 1,0 0-1,0 0 1,1 2-1,-1 0 1,1 1-1,-1 0 1,1 1-1,1 1 1,-28 17-1,24-13-131,0 1 0,1 1 1,0 0-1,2 1 0,-1 1 0,1 0 1,1 1-1,1 1 0,1 0 0,0 1 1,-15 31-1,12-11-6702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15.4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24575,'5'0'0,"6"9"0,6 13 0,4 11 0,8 14 0,4 4 0,-4 2 0,-2-4 0,-1-4 0,-6-12-8191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15.8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250 17 24575,'0'-5'0,"-9"-1"0,-8 0 0,-10 6 0,-14 16 0,-5 11 0,1 0 0,8 0 0,10-4-8191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47:16.8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52 1 24575,'-12'25'0,"-16"49"0,25-66 0,1 0 0,0 0 0,0 1 0,1-1 0,0 0 0,1 1 0,0-1 0,0 0 0,1 1 0,2 11 0,-3-18 0,0-1 0,1 1 0,0 0 0,-1-1 0,1 1 0,0 0 0,0-1 0,0 1 0,0-1 0,0 1 0,0-1 0,0 0 0,0 1 0,1-1 0,-1 0 0,0 0 0,1 0 0,-1 0 0,1 0 0,-1 0 0,1-1 0,2 2 0,-1-1 0,0-1 0,0 0 0,0 1 0,1-1 0,-1 0 0,0 0 0,0-1 0,1 1 0,-1-1 0,0 1 0,4-3 0,4-1 0,-1 0 0,0-1 0,0 0 0,0-1 0,-1 0 0,9-7 0,17-25 0,-30 32 0,0-1 0,1 1 0,0 0 0,0 0 0,8-5 0,-14 11 0,0 0 0,1 0 0,-1-1 0,0 1 0,0 0 0,1 0 0,-1 0 0,0 0 0,0 0 0,1 0 0,-1-1 0,0 1 0,1 0 0,-1 0 0,0 0 0,1 0 0,-1 0 0,0 0 0,1 0 0,-1 0 0,0 1 0,0-1 0,1 0 0,-1 0 0,0 0 0,1 0 0,-1 0 0,0 0 0,0 0 0,1 1 0,-1-1 0,0 0 0,0 0 0,1 0 0,-1 1 0,0-1 0,0 1 0,6 14 0,-3 24 0,-3-36 0,0 19 0,-7 252 0,6-270 5,1 0 0,-1 0 0,0 0-1,-1 0 1,1 0 0,0 0 0,-1 0 0,0-1-1,0 1 1,0 0 0,-1-1 0,1 0 0,-1 1-1,0-1 1,0 0 0,0 0 0,0-1-1,0 1 1,0-1 0,-1 1 0,1-1 0,-1 0-1,0 0 1,-4 1 0,1-1-119,-1 0 0,1 0-1,-1 0 1,1-1 0,-1 0 0,0-1-1,0 0 1,1 0 0,-1-1 0,0 0-1,1 0 1,-9-2 0,-9-6-6712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09.2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0 24575,'0'5'0,"0"6"0,0 6 0,0 5 0,-5 4 0,-1 2 0,0 1 0,1-5-8191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09.9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 0 24575,'0'5'0,"0"16"0,0 9 0,0 14 0,0 9 0,-5 10 0,-6-2 0,-2-5 0,3-12-8191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45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24575,'10'9'0,"17"9"0,28 10 0,19 10 0,17 3 0,2 0 0,-15-2 0,-16-9 0,-18-3 0,-17-8-8191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45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24575,'9'0'0,"4"4"0,13 8 0,18 10 0,19 21 0,10 8 0,11 5 0,0 2 0,-3-3 0,-12-7 0,-16-11-8191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4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24575,'0'10'0,"0"22"0,0 25 0,0 7 0,0 12 0,4 8 0,3-1 0,-1-10 0,-1-12 0,-2-17-8191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46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24575,'4'0'0,"12"0"0,17 0 0,23 0 0,25 0 0,23 0 0,27 0 0,11 0 0,1 0 0,-10 0 0,-23 0 0,-30 0-8191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47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24575,'5'5'0,"6"11"0,12 12 0,5 17 0,9 9 0,-3 1 0,-2-5 0,-6-1 0,-3-3 0,-6-11-8191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47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0 24575,'-10'0'0,"-27"10"0,-11 7 0,-9 7 0,2 3 0,5-3 0,11-5-8191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48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24575,'5'0'0,"1"5"0,5 11 0,0 12 0,4 7 0,-2 1 0,-2-4-8191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48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0 24575,'-5'20'0,"-11"15"0,-17 21 0,-13 11 0,-8 4 0,-5-1 0,4-8 0,10-9 0,14-14-8191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5:46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24575,'0'10'0,"0"21"0,0 36 0,0 34 0,0 29 0,0 27 0,0 14 0,0-2 0,0-11 0,0-17 0,0-19 0,4-16 0,12-16 0,8-23 0,4-19 0,3-16 0,-5-15-8191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56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24575,'0'5'0,"0"11"0,0 12 0,0 17 0,0 14 0,0 11 0,0 5 0,0 2 0,0 4 0,0-3 0,0-10 0,0-6 0,0-10 0,0-9 0,5-6 0,1-5 0,0-8-8191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57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24575,'-5'0'0,"13"0"0,19 0 0,15 0 0,10 0 0,0 0 0,-3 0 0,-5 0 0,-6 0 0,-4 0 0,-8 0-8191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5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24575,'5'0'0,"1"5"0,5 6 0,10 11 0,2 7 0,5 12 0,9 9 0,-2 1 0,-3-8 0,-6-7 0,-8-9-8191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5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12 24575,'-4'-5'0,"-8"-1"0,-5 9 0,-10 10 0,-9 7 0,-5 5 0,1 3 0,7-3-8191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4:59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24575,'4'0'0,"8"10"0,5 17 0,0 9 0,2 8 0,-2 1 0,-4-2 0,-5-8-8191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5:00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0 24575,'0'5'0,"-10"11"0,-12 12 0,-12 12 0,-6 17 0,0 10 0,-3 1 0,5-4 0,10-5 0,9-11-8191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5:00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24575,'5'-4'0,"6"-8"0,16-5 0,3 0-8191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5:0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24575,'14'0'0,"20"0"0,22 0 0,8 0 0,1 0 0,0 0 0,-6 0 0,-14 0-8191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5:0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24575,'19'0'0,"21"0"0,23 0 0,15 0 0,-1 0 0,-4 0 0,-10 0 0,-15 0-8191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50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24575,'5'5'0,"1"11"0,0 17 0,-1 18 0,-2 9 0,0 5 0,-2-5 0,-1-7 0,0-13-8191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5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24575,'10'0'0,"17"0"0,9 0 0,9 0 0,0 0 0,-2 0 0,1 0 0,-2 0 0,-8 0-8191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52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24575,'44'-2'0,"-30"1"0,0 0 0,0 1 0,0 0 0,0 1 0,0 1 0,24 5 0,-35-6 0,-1 0 0,1 0 0,0 0 0,-1 1 0,1-1 0,0 1 0,-1-1 0,0 1 0,1 0 0,-1 0 0,0 0 0,0 0 0,0 0 0,0 1 0,0-1 0,-1 1 0,1-1 0,-1 1 0,1-1 0,-1 1 0,0 0 0,0 0 0,0-1 0,-1 1 0,1 0 0,-1 0 0,1 0 0,-1 0 0,0 0 0,0 0 0,0 0 0,-1 0 0,1 0 0,-1 0 0,0 3 0,-2 2 0,0 0 0,0 0 0,-1 0 0,0 0 0,0 0 0,0-1 0,-1 0 0,-1 0 0,1 0 0,-13 11 0,7-9 0,-1-1 0,0 0 0,-26 13 0,-6 3 0,44-24 0,-1 0 0,1 1 0,-1-1 0,1 0 0,0 0 0,-1 1 0,1-1 0,-1 0 0,1 1 0,-1-1 0,1 0 0,0 1 0,-1-1 0,1 0 0,0 1 0,-1-1 0,1 1 0,0-1 0,0 1 0,-1-1 0,1 1 0,0-1 0,0 1 0,0-1 0,0 1 0,0-1 0,0 1 0,0-1 0,0 1 0,0 0 0,13 6 0,29-2 0,-41-5 0,147 1-1365,-102-1-5461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3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28 24575,'0'-1'0,"0"0"0,-1 0 0,1 0 0,0 0 0,-1 1 0,1-1 0,-1 0 0,1 0 0,-1 0 0,0 0 0,1 0 0,-1 1 0,0-1 0,1 0 0,-1 1 0,0-1 0,0 0 0,0 1 0,1-1 0,-1 1 0,0-1 0,0 1 0,0 0 0,0-1 0,0 1 0,0 0 0,-1-1 0,-31-5 0,30 6 0,-6-1 0,-1 0 0,1 0 0,0 1 0,-1 1 0,1 0 0,-17 3 0,22-3 0,1 0 0,-1 0 0,1 1 0,0-1 0,-1 1 0,1 0 0,0 0 0,0 0 0,1 0 0,-1 1 0,0-1 0,1 1 0,-1 0 0,1 0 0,0-1 0,0 1 0,0 1 0,0-1 0,0 0 0,-1 6 0,3-9 0,-6 14 0,1 0 0,1 1 0,0-1 0,-3 27 0,7-39 0,-1 1 0,1 0 0,0-1 0,0 1 0,0 0 0,0-1 0,1 1 0,-1-1 0,1 1 0,0-1 0,-1 1 0,1-1 0,0 1 0,0-1 0,1 1 0,-1-1 0,0 0 0,1 0 0,0 0 0,-1 0 0,1 0 0,0 0 0,0 0 0,0-1 0,0 1 0,0-1 0,1 1 0,-1-1 0,0 0 0,1 0 0,-1 0 0,1 0 0,-1 0 0,6 1 0,-2-1 0,0 1 0,1-1 0,-1 0 0,1 0 0,0-1 0,-1 0 0,1 0 0,-1-1 0,1 1 0,-1-1 0,1-1 0,-1 1 0,1-1 0,-1-1 0,0 1 0,0-1 0,0 0 0,0 0 0,-1 0 0,1-1 0,-1 0 0,0 0 0,0-1 0,0 1 0,-1-1 0,7-9 0,-1 1 0,-1-1 0,0 0 0,7-17 0,-18 40 0,1 0 0,0 0 0,0 0 0,3 18 0,-2-24 0,0 0 0,1-1 0,0 1 0,-1-1 0,1 1 0,0-1 0,0 1 0,1-1 0,-1 1 0,0-1 0,1 0 0,0 0 0,-1 0 0,1 0 0,0 0 0,0 0 0,0 0 0,0 0 0,0-1 0,1 1 0,4 1 0,25 8-1365,1-4-5461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3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24575,'5'0'0,"7"0"0,5 0 0,5 0 0,9 0 0,3 0 0,1 0 0,-5 0-8191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37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24575,'0'5'0,"0"6"0,0 7 0,0 9 0,0 5 0,0 2 0,0 0 0,0-1 0,0-6-8191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38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24575,'0'457'0,"0"-457"0,0 13 0,1 1 0,0-1 0,0 0 0,4 14 0,-4-25 0,-1 0 0,1 0 0,-1 0 0,1 0 0,0 0 0,0-1 0,0 1 0,0 0 0,0-1 0,0 1 0,1-1 0,-1 1 0,0-1 0,1 0 0,2 3 0,-3-4 0,1 1 0,-1-1 0,1 0 0,-1 1 0,1-1 0,-1 0 0,1 0 0,0 0 0,-1 0 0,1 0 0,-1-1 0,1 1 0,-1 0 0,1-1 0,-1 1 0,1-1 0,-1 1 0,0-1 0,1 0 0,-1 1 0,0-1 0,1 0 0,1-2 0,8-6 0,0 0 0,-1-1 0,15-18 0,-15 16 0,0 1 0,2 0 0,-1 0 0,15-10 0,-22 19 0,-1-1 0,1 1 0,0 1 0,-1-1 0,1 0 0,0 1 0,0 0 0,0 0 0,0 0 0,0 0 0,0 1 0,1-1 0,-1 1 0,0 0 0,0 1 0,0-1 0,0 1 0,0-1 0,0 1 0,5 2 0,-4 0 0,0-1 0,0 1 0,0 0 0,0 0 0,-1 1 0,1-1 0,-1 1 0,0 0 0,0 0 0,0 1 0,-1-1 0,0 1 0,0 0 0,0 0 0,0 0 0,-1 0 0,1 0 0,-1 1 0,1 4 0,-1-3 0,0 0 0,-1 0 0,1 0 0,-1 1 0,-1-1 0,0 0 0,0 0 0,0 1 0,0-1 0,-1 0 0,-1 0 0,1 0 0,-1 0 0,-4 10 0,-1-5 0,-1 0 0,0-1 0,-1 0 0,0 0 0,-1-1 0,0 0 0,0-1 0,-1 0 0,-1-1 0,1 0 0,-1-1 0,0 0 0,-1 0 0,0-2 0,0 0 0,0 0 0,0-1 0,-1-1 0,0 0 0,-19 1 0,31-4 6,-1 0 0,0 0 0,1 0 0,-1 0 0,0-1 0,1 0 0,-1 1 0,1-1 0,-1 0 0,1 0 0,-1-1 0,1 1 0,0 0 0,-1-1 0,1 1 0,0-1 0,0 0 0,0 0 0,-2-2 0,2 0-141,-1 1 0,1-1 0,-1 0 0,1 0 0,0-1 0,1 1 0,-1 0 0,1-1 0,0 1 0,-1-6 0,-1-16-6691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42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59 24575,'0'-2'0,"0"0"0,0 0 0,-1-1 0,1 1 0,-1 0 0,1 0 0,-1 0 0,0 0 0,0 0 0,0 0 0,0 0 0,0 0 0,-1 0 0,1 0 0,0 0 0,-1 1 0,1-1 0,-1 1 0,0-1 0,1 1 0,-1-1 0,0 1 0,0 0 0,0 0 0,0 0 0,0 0 0,0 0 0,0 1 0,-4-2 0,-7-1 0,0 1 0,1 0 0,-1 1 0,-14 0 0,15 1 0,7 0 0,0 0 0,-1 1 0,1-1 0,-1 1 0,1 0 0,0 0 0,0 1 0,-1 0 0,1 0 0,0 0 0,1 0 0,-1 1 0,0 0 0,1 0 0,-1 0 0,1 0 0,0 1 0,0 0 0,0-1 0,1 2 0,-1-1 0,-4 8 0,2-2 0,1 0 0,0 1 0,1-1 0,0 1 0,0 0 0,2 0 0,-1 1 0,1-1 0,-1 22 0,3-31 0,0 1 0,0 0 0,0 0 0,0-1 0,0 1 0,1 0 0,-1-1 0,1 1 0,0 0 0,0-1 0,0 1 0,0-1 0,0 1 0,1-1 0,-1 0 0,1 1 0,-1-1 0,1 0 0,0 0 0,0 0 0,0 0 0,0 0 0,0-1 0,0 1 0,1-1 0,-1 1 0,0-1 0,1 0 0,3 2 0,-2-2 0,0 0 0,0-1 0,0 1 0,0-1 0,0 0 0,-1 0 0,1 0 0,0 0 0,0-1 0,0 1 0,0-1 0,0 0 0,-1 0 0,1 0 0,0-1 0,-1 0 0,1 1 0,-1-1 0,0 0 0,5-4 0,27-21 0,-11 8 0,0 0 0,37-40 0,-60 59 0,0-1 0,-1 0 0,1 0 0,0 0 0,0 1 0,0-1 0,-1 0 0,1 0 0,0 0 0,-1 0 0,1 0 0,-1 0 0,1-1 0,-1 1 0,0 0 0,1 0 0,-1 0 0,0 0 0,0 0 0,0-1 0,0 1 0,0 0 0,0 0 0,0 0 0,0-1 0,0 1 0,0 0 0,-1 0 0,0-2 0,0 3 0,0-1 0,0 1 0,0 0 0,0 0 0,0 0 0,-1 0 0,1 0 0,0 0 0,0 0 0,0 0 0,0 0 0,0 1 0,0-1 0,-1 0 0,1 1 0,0-1 0,0 1 0,0-1 0,0 1 0,0-1 0,0 1 0,1 0 0,-1-1 0,0 1 0,0 0 0,0 0 0,1 0 0,-1 0 0,0 0 0,0 1 0,-4 4 0,-1 1 0,2-1 0,-1 1 0,1 1 0,0-1 0,0 0 0,1 1 0,0 0 0,0 0 0,1 0 0,0 0 0,1 0 0,-1 1 0,2-1 0,-1 0 0,1 1 0,1 10 0,0-17 5,0 1-1,0-1 1,0 0 0,1 1-1,-1-1 1,0 0-1,1 0 1,0 0 0,-1 0-1,1 0 1,0 0 0,0-1-1,0 1 1,0-1-1,0 1 1,1-1 0,-1 0-1,0 1 1,1-1-1,-1 0 1,1-1 0,-1 1-1,1 0 1,-1-1-1,4 1 1,3 0-253,0 0 1,1 0-1,-1-1 1,0-1-1,17-2 1,4-4-6579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43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24575,'4'0'0,"8"0"0,10 0 0,6 0 0,9 0 0,7 0 0,5 5 0,0 1 0,1 0 0,-3 4 0,-5 0 0,-10-2-8191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44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24575,'-22'280'0,"16"-220"0,9-69 0,1 0 0,-1 1 0,2-1 0,-1 1 0,1 0 0,0 0 0,1 0 0,0 1 0,10-10 0,-4 3 0,2 0 0,-1 1 0,2 1 0,-1 0 0,19-10 0,-29 20 0,0-1 0,1 1 0,-1 0 0,1 1 0,-1-1 0,1 1 0,-1-1 0,1 2 0,0-1 0,-1 0 0,1 1 0,0 0 0,0 0 0,-1 0 0,1 1 0,6 1 0,-6 0 0,0 0 0,0 0 0,-1 0 0,1 1 0,-1 0 0,0 0 0,1 0 0,-1 1 0,-1-1 0,1 1 0,0 0 0,-1 0 0,0 0 0,4 8 0,-1-2 0,0 1 0,-1 0 0,-1 0 0,0 0 0,0 1 0,3 19 0,-6-22 0,1-1 0,-2 0 0,1 1 0,-1-1 0,0 0 0,-1 1 0,0-1 0,0 0 0,-1 0 0,-3 11 0,2-15 0,1 0 0,-1 0 0,0 0 0,0-1 0,-1 0 0,1 1 0,0-1 0,-1 0 0,0-1 0,0 1 0,0-1 0,0 1 0,0-1 0,-1-1 0,1 1 0,0 0 0,-1-1 0,1 0 0,-8 1 0,3 0 0,-1-1 0,1 0 0,0 0 0,0-1 0,0-1 0,-1 1 0,1-1 0,0-1 0,-10-2 0,16 3 0,0-1 0,0 1 0,0-1 0,0 0 0,1 0 0,-1 0 0,0 0 0,1 0 0,-1-1 0,1 1 0,0-1 0,0 0 0,0 0 0,0 1 0,1-1 0,-1 0 0,1-1 0,-1 1 0,1 0 0,0 0 0,0 0 0,1-1 0,-1 1 0,1-1 0,0 1 0,-1 0 0,1-1 0,1 1 0,0-6 0,-1 5 0,1 0 0,-1 0 0,1 0 0,0 0 0,0 1 0,0-1 0,1 0 0,-1 0 0,1 1 0,0-1 0,0 1 0,1-1 0,-1 1 0,0 0 0,1 0 0,0 0 0,0 0 0,0 1 0,0-1 0,0 1 0,1-1 0,-1 1 0,1 0 0,5-2 0,17-1-1365,-1 3-5461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46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346 121 24575,'0'-4'0,"0"1"0,0-1 0,0 0 0,-1 0 0,1 0 0,-1 0 0,0 0 0,0 1 0,0-1 0,-1 0 0,0 1 0,1-1 0,-1 1 0,0 0 0,-3-4 0,2 5 0,1-1 0,-1 1 0,0 0 0,0 0 0,0 1 0,0-1 0,0 1 0,0-1 0,-1 1 0,1 0 0,0 0 0,-1 0 0,1 1 0,-1-1 0,1 1 0,-1 0 0,-3 0 0,4 0 0,-1 1 0,1-1 0,0 1 0,0 0 0,0 0 0,0 0 0,0 0 0,0 1 0,0-1 0,1 1 0,-1-1 0,0 1 0,-4 4 0,6-5 0,1 0 0,-1-1 0,0 1 0,0 0 0,0 0 0,1 0 0,-1-1 0,0 1 0,1 0 0,-1 0 0,1 0 0,-1 0 0,1 0 0,-1 1 0,1-1 0,0 0 0,-1 0 0,1 0 0,0 0 0,0 0 0,0 0 0,0 0 0,0 1 0,0-1 0,0 0 0,0 0 0,1 0 0,-1 0 0,0 0 0,1 0 0,-1 0 0,1 0 0,-1 0 0,1 0 0,-1 0 0,1 0 0,0 0 0,-1 0 0,1 0 0,2 1 0,-2-1 0,-1 0 0,1-1 0,0 1 0,0 0 0,0-1 0,0 1 0,0-1 0,0 1 0,0-1 0,0 1 0,1-1 0,-1 0 0,0 1 0,0-1 0,0 0 0,0 0 0,0 0 0,1 0 0,-1 0 0,0 0 0,0 0 0,0-1 0,0 1 0,0 0 0,1-1 0,-1 1 0,0 0 0,0-1 0,0 1 0,0-1 0,0 0 0,0 1 0,0-1 0,-1 0 0,3-1 0,2-4 0,1 0 0,-1 0 0,0-1 0,5-9 0,8-8 0,-18 23 0,1 1 0,-1 0 0,0 0 0,0 0 0,0 0 0,0 0 0,0 0 0,1 0 0,-1-1 0,0 1 0,0 0 0,0 0 0,0 0 0,1 0 0,-1 0 0,0 0 0,0 0 0,0 0 0,0 0 0,1 0 0,-1 0 0,0 0 0,0 0 0,0 0 0,0 0 0,1 0 0,-1 0 0,0 0 0,0 0 0,0 0 0,0 1 0,1-1 0,-1 0 0,0 0 0,0 0 0,0 0 0,0 0 0,0 0 0,1 0 0,-1 1 0,0-1 0,0 0 0,0 0 0,4 12 0,-1 14 0,-3-25 0,0 16 0,1-1 0,1 1 0,1 0 0,1-1 0,6 22 0,-8-34 0,-1 0 0,0-1 0,1 1 0,-1 0 0,1-1 0,0 0 0,0 1 0,1-1 0,-1 0 0,1 0 0,-1-1 0,1 1 0,0 0 0,0-1 0,0 1 0,0-1 0,1 0 0,-1 0 0,0-1 0,1 1 0,0-1 0,-1 1 0,1-1 0,0 0 0,-1 0 0,1-1 0,0 1 0,0-1 0,6 0 0,-8 0 0,0-1 0,0 1 0,0-1 0,0 1 0,0-1 0,0 1 0,0-1 0,0 0 0,0 0 0,0 0 0,-1 0 0,1-1 0,0 1 0,-1 0 0,1-1 0,-1 1 0,1-1 0,1-1 0,-1-2 0,1 1 0,0 0 0,-1-1 0,0 0 0,0 1 0,-1-1 0,3-7 0,-2 0 0,0 0 0,-1 0 0,0 1 0,-1-1 0,-3-24 0,3 32 0,-1-1 0,-1 0 0,1 1 0,-1-1 0,0 1 0,0 0 0,0-1 0,0 1 0,-1 0 0,0 0 0,1 0 0,-2 1 0,1-1 0,0 1 0,-1 0 0,1 0 0,-1 0 0,0 0 0,0 0 0,0 1 0,-1 0 0,1 0 0,0 0 0,-1 0 0,1 1 0,-1 0 0,-7-2 0,-12 0 0,0 0 0,-1 1 0,1 2 0,-31 3 0,23-2 0,-8-1 0,28-1 0,0 1 0,-1 0 0,1 0 0,0 2 0,-1-1 0,1 2 0,0-1 0,-19 8 0,28-8 0,0 1 0,-1 0 0,1-1 0,1 1 0,-1 0 0,0 0 0,1 1 0,0-1 0,-1 0 0,1 1 0,1 0 0,-1-1 0,0 1 0,1 0 0,0 0 0,0 0 0,0 0 0,0 5 0,-1 1 0,1 0 0,0 0 0,1 1 0,0-1 0,1 0 0,2 12 0,-2-19 0,-1 0 0,1 0 0,0-1 0,0 1 0,0 0 0,0-1 0,1 1 0,-1-1 0,1 1 0,-1-1 0,1 0 0,0 0 0,0 0 0,0 0 0,0 0 0,0 0 0,1 0 0,2 1 0,0 0 0,-1-1 0,1-1 0,0 1 0,0-1 0,-1 1 0,1-1 0,0-1 0,0 1 0,9-1 0,0-1 0,0 0 0,-1-1 0,1 0 0,-1-1 0,1-1 0,22-10 0,32-32 0,-67 46 0,-1 0 0,0 0 0,1 0 0,-1 0 0,1 0 0,-1 0 0,1 0 0,-1 0 0,1 0 0,-1 0 0,1 0 0,-1 0 0,1 0 0,-1 0 0,0 0 0,1 0 0,-1 0 0,1 1 0,-1-1 0,1 0 0,-1 0 0,0 1 0,1-1 0,-1 0 0,0 1 0,1-1 0,-1 0 0,0 1 0,1-1 0,-1 0 0,0 1 0,0-1 0,1 1 0,-1-1 0,0 0 0,0 1 0,0-1 0,0 1 0,1-1 0,-1 1 0,0-1 0,0 1 0,0-1 0,0 1 0,0 0 0,2 25 0,-2-23 0,0 8 0,0 0 0,1 0 0,0 0 0,1 0 0,0-1 0,6 18 0,-6-24 0,0-1 0,0 1 0,0-1 0,0 1 0,1-1 0,-1 0 0,1 0 0,0 0 0,0 0 0,0-1 0,0 1 0,1-1 0,-1 0 0,1 0 0,-1 0 0,1 0 0,0-1 0,-1 1 0,1-1 0,0 0 0,6 1 0,-3-1-80,0 0 0,-1 0-1,1-1 1,0 0 0,0-1-1,0 1 1,0-1 0,0 0-1,-1-1 1,1 0 0,0 0 0,-1 0-1,0-1 1,1 0 0,-1 0-1,6-5 1,8-5-6746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47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24575,'4'0'0,"8"0"0,5 0 0,5 0 0,3 0 0,3 0 0,1-5 0,1-1 0,-1 0 0,0 1 0,5 1 0,1 2 0,-5-4 0,-8-1-8191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47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24575,'0'5'0,"0"6"0,0 11 0,-5 6 0,-1 9 0,0 7 0,1 6 0,-3-1 0,-1-4 0,2-5 0,2-9-8191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48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24575,'0'355'0,"0"-368"0,1 1 0,0-1 0,1 0 0,1 1 0,-1-1 0,2 1 0,6-16 0,-8 24 0,-1-1 0,2 1 0,-1 0 0,0 0 0,1 0 0,0 0 0,0 0 0,0 0 0,0 1 0,1 0 0,0-1 0,-1 1 0,1 1 0,0-1 0,0 0 0,1 1 0,-1 0 0,0 0 0,1 0 0,-1 1 0,1 0 0,7-2 0,-10 3 0,1 0 0,-1 0 0,0 0 0,1 0 0,-1 0 0,0 1 0,0-1 0,1 1 0,-1-1 0,0 1 0,0 0 0,0 0 0,0 0 0,1 0 0,-2 0 0,1 0 0,0 1 0,0-1 0,0 1 0,-1 0 0,1-1 0,0 1 0,-1 0 0,0 0 0,1 0 0,-1 0 0,0 0 0,0 0 0,0 0 0,0 0 0,-1 0 0,1 0 0,0 1 0,-1-1 0,1 4 0,1 9 0,0 1 0,-1 1 0,-1 31 0,-1-34 0,1 3 0,0-5 0,0 1 0,-1-1 0,0 0 0,-6 22 0,7-31 0,-2 0 0,1 0 0,0 0 0,-1 0 0,1 0 0,-1-1 0,0 1 0,0 0 0,0-1 0,0 1 0,0-1 0,0 0 0,-1 0 0,1 0 0,-1 0 0,0 0 0,1-1 0,-1 1 0,0-1 0,0 1 0,0-1 0,0 0 0,-4 1 0,-1-1 11,0 0 0,1 0 0,-1 0 0,0-1 0,0 0 0,0 0-1,0-1 1,0 0 0,1-1 0,-12-3 0,16 5-49,1-1 0,0 0 0,0 0 0,0 0 0,0 0 0,0 0-1,0-1 1,0 1 0,0-1 0,0 1 0,0-1 0,1 1 0,-1-1 0,1 0 0,-1 0 0,1 0 0,0 0 0,0 0 0,0 0-1,0 0 1,0 0 0,0-1 0,0 1 0,1 0 0,-1 0 0,1-1 0,0 1 0,-1 0 0,1-1 0,0 1 0,1-1 0,-1 1-1,0 0 1,1-1 0,-1 1 0,1 0 0,0 0 0,1-4 0,9-18-6788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49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24575,'0'14'0,"2"1"0,0-1 0,3 14 0,3 14 0,60 679 0,-67-650 0,-4 353 0,2-415-54,-1 1-1,-1 0 0,1 0 1,-2-1-1,1 0 1,-1 1-1,0-1 0,-1-1 1,0 1-1,-1-1 1,0 0-1,0 0 0,0 0 1,-1-1-1,0 0 0,-1 0 1,1-1-1,-1 0 1,-1 0-1,1-1 0,-1 0 1,0-1-1,0 0 1,-18 6-1,1-4-6771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52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24575,'-4'0'0,"-3"5"0,-4 11 0,0 17 0,2 8 0,2 6 0,2 1 0,3-9-8191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5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24575,'0'5'0,"0"11"0,0 12 0,0 7 0,0 11 0,0 3 0,0-2 0,0-10-8191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54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24575,'0'9'0,"0"9"0,0 6 0,0 3 0,0 2 0,0-4-8191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5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24575,'5'0'0,"1"4"0,0 8 0,-1 10 0,-1 6 0,-2 4 0,-1 1 0,0-6-8191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39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24575,'-14'-1'0,"-1"2"0,1-1 0,0 2 0,-1 0 0,1 1 0,-20 7 0,29-9 0,0 2 0,0-1 0,1 0 0,-1 1 0,1 0 0,0 0 0,0 1 0,0-1 0,0 1 0,0 0 0,1-1 0,0 2 0,0-1 0,0 0 0,0 1 0,1-1 0,-1 1 0,1 0 0,0 0 0,1 0 0,-2 5 0,2-5 0,-1 0 0,1 0 0,0 0 0,0 1 0,1-1 0,0 0 0,0 1 0,0-1 0,0 0 0,1 1 0,0-1 0,0 0 0,4 9 0,-4-11 0,1 0 0,0 0 0,1-1 0,-1 1 0,0 0 0,1-1 0,0 1 0,0-1 0,-1 0 0,1 0 0,0 0 0,1 0 0,-1-1 0,0 1 0,0-1 0,1 0 0,-1 0 0,1 0 0,-1 0 0,1-1 0,3 1 0,1 1 0,0-1 0,1-1 0,-1 1 0,0-1 0,0 0 0,1-1 0,12-3 0,-18 3 0,0 1 0,0-2 0,0 1 0,-1 0 0,1 0 0,-1-1 0,1 1 0,-1-1 0,1 0 0,-1 0 0,0 0 0,0 0 0,0 0 0,0-1 0,0 1 0,-1 0 0,1-1 0,-1 1 0,1-1 0,-1 0 0,0 1 0,0-1 0,0 0 0,0-5 0,1 2 0,-1 0 0,0-1 0,-1 1 0,1 0 0,-1-1 0,-1 1 0,1 0 0,-1-1 0,0 1 0,-2-7 0,3 12 0,0 1 0,0 0 0,0-1 0,0 1 0,0 0 0,0 0 0,0-1 0,0 1 0,0 0 0,0-1 0,-1 1 0,1 0 0,0-1 0,0 1 0,0 0 0,0 0 0,0-1 0,0 1 0,-1 0 0,1 0 0,0-1 0,0 1 0,0 0 0,-1 0 0,1-1 0,0 1 0,0 0 0,-1 0 0,1 0 0,0 0 0,0 0 0,-1-1 0,1 1 0,0 0 0,-1 0 0,1 0 0,0 0 0,-1 0 0,1 0 0,0 0 0,0 0 0,-1 0 0,1 0 0,0 0 0,-1 0 0,1 0 0,0 0 0,-1 0 0,1 0 0,0 1 0,0-1 0,-1 0 0,1 0 0,0 0 0,-1 0 0,1 1 0,0-1 0,0 0 0,0 0 0,-1 0 0,1 1 0,0-1 0,0 0 0,0 0 0,-1 1 0,1-1 0,-8 22 0,6-7 0,0 0 0,1 0 0,1 0 0,0 0 0,1 0 0,3 20 0,-3-31 0,0 0 0,0 1 0,1-1 0,-1 0 0,1 0 0,0 0 0,0 0 0,0 0 0,1-1 0,-1 1 0,6 5 0,-6-8 0,0 1 0,0-1 0,0 1 0,0-1 0,0 0 0,1 0 0,-1 0 0,0 0 0,1 0 0,-1 0 0,1-1 0,-1 1 0,1-1 0,0 0 0,-1 1 0,1-1 0,-1-1 0,1 1 0,-1 0 0,1-1 0,3 0 0,0-1-85,0-1 0,0 0 0,-1 0 0,1 0 0,-1 0 0,0-1-1,0 0 1,0 0 0,-1-1 0,1 1 0,-1-1 0,5-7 0,-7 10-174,15-18-6567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40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24575,'4'0'0,"8"0"0,9 0 0,8 0 0,2 0 0,2 0 0,0 0 0,8 0 0,-3 0-8191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41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24575,'2'0'0,"-1"1"0,0-1 0,0 1 0,0 0 0,0-1 0,0 1 0,0 0 0,0 0 0,0 0 0,0-1 0,0 1 0,0 0 0,-1 0 0,1 0 0,0 1 0,-1-1 0,1 0 0,-1 0 0,1 0 0,-1 0 0,1 0 0,-1 1 0,0-1 0,1 0 0,-1 0 0,0 3 0,5 40 0,-4-37 0,5 95 0,9 80 0,-2-11 0,-9-155 0,3-21 0,4-27 0,-9 23 0,6-21 0,0 0 0,3 1 0,23-48 0,-30 69 0,1 0 0,1 1 0,-1-1 0,1 1 0,0 1 0,0-1 0,12-8 0,-13 12 0,-1-1 0,1 2 0,0-1 0,0 1 0,0 0 0,1 0 0,-1 0 0,0 0 0,1 1 0,-1 0 0,1 0 0,0 1 0,7 0 0,-9 0 0,0 0 0,-1 0 0,1 1 0,-1 0 0,1-1 0,-1 1 0,0 0 0,1 1 0,-1-1 0,0 1 0,0-1 0,0 1 0,0 0 0,0 0 0,0 1 0,0-1 0,-1 0 0,1 1 0,2 4 0,-1-2 0,-1 0 0,0 1 0,0 0 0,0 0 0,-1 0 0,0 0 0,0 0 0,-1 0 0,0 0 0,1 10 0,-1-5 0,-1 0 0,0 0 0,0 0 0,-1 0 0,-1 0 0,0 0 0,0 0 0,-1 0 0,0-1 0,-1 1 0,0-1 0,-9 15 0,7-18 0,0 0 0,0 0 0,0-1 0,-1 1 0,0-2 0,0 1 0,-1-1 0,0 0 0,1 0 0,-2-1 0,1 0 0,0-1 0,-11 3 0,4-2 0,0 0 0,0-1 0,0-1 0,0-1 0,0 0 0,-1-1 0,-16-2 0,28 2-114,1-1 1,-1 1-1,0-1 0,1 0 0,-1 0 1,0-1-1,1 1 0,-1-1 0,1 1 1,0-1-1,-6-4 0,-4-8-6712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55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24575,'5'0'0,"1"5"0,0 6 0,-1 12 0,-1 10 0,-2 5 0,4 6 0,1-5-8191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56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24575,'5'0'0,"1"5"0,0 11 0,4 7 0,0 1-8191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58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24575,'0'4'0,"0"8"0,0 10 0,0 7 0,0 2 0,0-3-8191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08:58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24575,'5'5'0,"1"6"0,0 6 0,-1 5 0,-2 4 0,0-3-8191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0:31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167 139 24575,'-1'30'0,"-3"-1"0,-11 50 0,1-3 0,11-58 0,-4 26 0,-1 66 0,8-96 0,1 0 0,0 0 0,1-1 0,1 1 0,0-1 0,0 0 0,1 1 0,1-2 0,8 17 0,4 1 0,2-1 0,0-2 0,2 0 0,1 0 0,1-2 0,2-1 0,0-1 0,1-1 0,55 34 0,-58-42 0,2 0 0,-1-2 0,2-1 0,-1-1 0,2-1 0,-1-2 0,1 0 0,0-2 0,0 0 0,1-3 0,-1 0 0,49-3 0,-65-1 0,-1 0 0,1-1 0,-1-1 0,1 0 0,-1 0 0,0-1 0,-1 0 0,1 0 0,-1-1 0,0-1 0,-1 1 0,1-2 0,-1 1 0,0-1 0,-1 0 0,0 0 0,-1-1 0,7-10 0,5-10 0,-2 0 0,0-1 0,-3 0 0,18-55 0,-21 51 0,-2 0 0,-1-1 0,-2 0 0,-1-1 0,-2 1 0,-1-1 0,-2 1 0,-2-1 0,-1 1 0,-1 0 0,-2 0 0,-2 1 0,-18-47 0,22 70 0,0 0 0,-1 0 0,-1 1 0,0 0 0,0 0 0,-1 0 0,0 1 0,-1 0 0,0 1 0,-19-14 0,13 12 0,-1 1 0,0 1 0,-1 0 0,1 1 0,-2 1 0,-28-7 0,-1 5 0,0 2 0,0 2 0,-1 2 0,-80 7 0,81-2 0,0 2 0,1 3 0,-59 16 0,89-19 0,0 0 0,0 2 0,0 0 0,1 0 0,0 1 0,1 1 0,0 1 0,0 0 0,1 1 0,0 0 0,1 1 0,-17 20 0,20-20 24,0 0 0,1 1 0,1 1 0,-11 24 0,17-35-86,-1 1 0,1 0 0,0-1 0,0 1 1,0 0-1,1 0 0,-1 0 0,1-1 0,0 1 0,0 0 0,1 0 0,-1 0 1,1 0-1,0-1 0,-1 1 0,2 0 0,-1-1 0,0 1 0,1 0 0,0-1 1,0 0-1,0 1 0,4 4 0,18 14-6764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0:32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352 168 24575,'-8'1'0,"1"0"0,-1 0 0,1 1 0,-1 0 0,1 0 0,0 1 0,0 0 0,0 0 0,0 1 0,0 0 0,1 0 0,0 0 0,-12 11 0,4-2 0,1 0 0,1 1 0,0 0 0,-16 25 0,18-22 0,2-1 0,0 1 0,0 0 0,2 1 0,0 0 0,1 0 0,1 0 0,1 1 0,0-1 0,1 1 0,1 0 0,2 26 0,0-31 0,1-1 0,0 1 0,1 0 0,0-1 0,1 1 0,1-1 0,0 0 0,1-1 0,0 1 0,1-1 0,0 0 0,1-1 0,0 1 0,1-2 0,0 1 0,1-1 0,13 10 0,-3-4 0,0-2 0,1 0 0,1-2 0,0 0 0,0-1 0,1-2 0,1 0 0,-1-1 0,1-2 0,1 0 0,-1-2 0,1 0 0,0-2 0,0-1 0,33-2 0,-45-1 0,-1-1 0,1 0 0,0-1 0,-1 0 0,0-1 0,0 0 0,0-1 0,-1 0 0,0-1 0,0-1 0,-1 1 0,0-2 0,0 1 0,16-21 0,-16 17 0,0 0 0,-1-1 0,-1 0 0,0 0 0,-1-1 0,0-1 0,-1 1 0,-1-1 0,-1 0 0,0 0 0,0 0 0,1-19 0,5-66 0,-3 30 0,-1-129 0,-7 186 0,-1 1 0,0-1 0,-1 1 0,0-1 0,-1 1 0,-1 0 0,0 0 0,0 1 0,-1-1 0,0 1 0,-1 0 0,-10-11 0,11 14 0,0 1 0,-1 0 0,0 1 0,0 0 0,-1 0 0,0 0 0,0 1 0,0 0 0,0 1 0,-1-1 0,0 2 0,0-1 0,0 1 0,0 1 0,-1 0 0,-18-2 0,-20 1 0,0 3 0,0 2 0,0 2 0,0 2 0,-58 15 0,73-12 0,0 2 0,0 1 0,1 2 0,0 1 0,1 1 0,1 1 0,-55 43 0,60-37-1365,9-4-5461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0:33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89 24575,'-3'3'0,"1"0"0,0 0 0,0 0 0,0 1 0,0-1 0,1 1 0,-1-1 0,1 1 0,0 0 0,0-1 0,0 1 0,0 4 0,-3 53 0,3-41 0,-1 5 0,2 0 0,0-1 0,1 1 0,6 29 0,-5-46 0,0 1 0,1-1 0,-1 0 0,2 0 0,-1 0 0,1 0 0,0 0 0,1-1 0,0 0 0,0 0 0,0 0 0,1 0 0,0-1 0,0 0 0,11 8 0,9 2 0,0-1 0,1 0 0,50 18 0,91 20 0,-135-44 0,0-2 0,1-1 0,0-2 0,0-1 0,58-2 0,-80-2 0,1 0 0,0 0 0,0-1 0,-1-1 0,1 0 0,-1-1 0,0 0 0,0-1 0,0 0 0,-1-1 0,0 0 0,0-1 0,0 0 0,-1 0 0,0-2 0,-1 1 0,1-1 0,8-12 0,-13 12 0,0 0 0,-1 0 0,0-1 0,0 1 0,-1-1 0,0 0 0,-1-1 0,0 1 0,-1 0 0,0 0 0,0-12 0,-2-14 0,-8-65 0,7 91 0,0 1 0,-1 0 0,1 0 0,-2 0 0,1 0 0,-1 0 0,-1 0 0,1 1 0,-2 0 0,1 0 0,-11-11 0,5 7 0,0 1 0,-2 1 0,1 0 0,-1 1 0,0 0 0,-21-10 0,1 4 0,-1 1 0,-1 2 0,0 1 0,0 2 0,-51-6 0,83 15 0,-32-6 0,-1 2 0,1 2 0,-40 2 0,66 0 0,0 1 0,0 0 0,0 1 0,0 0 0,0 0 0,0 1 0,1 0 0,-1 1 0,1 0 0,0 0 0,0 1 0,1 0 0,-1 0 0,1 0 0,0 1 0,0 1 0,-8 8 0,8-4-124,0-1 0,0 1 0,1 0 0,1 0 0,0 1 0,0-1-1,1 1 1,1 0 0,0 1 0,-2 16 0,3-1-6702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0:34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37 24575,'-1'6'0,"0"1"0,-1 0 0,0-1 0,-1 1 0,1-1 0,-1 1 0,-1-1 0,-5 9 0,-7 15 0,2 3 0,1 1 0,2 1 0,2 0 0,1 0 0,2 1 0,1 0 0,2 0 0,1 0 0,6 59 0,-3-84 0,1 0 0,0 0 0,1-1 0,0 1 0,1-1 0,0 0 0,1 0 0,0 0 0,0-1 0,1 0 0,0 0 0,1 0 0,0-1 0,0 1 0,1-2 0,0 1 0,0-1 0,1-1 0,0 1 0,0-1 0,0-1 0,1 0 0,0 0 0,15 5 0,-8-4 0,0-1 0,1 0 0,-1-1 0,1-1 0,0-1 0,0 0 0,0-2 0,1 0 0,-1 0 0,0-2 0,0 0 0,0-2 0,34-10 0,-31 6 0,-1-1 0,0-1 0,-1-1 0,0-1 0,0 0 0,-2-1 0,32-31 0,-39 34 0,-1 0 0,0 0 0,-1-1 0,0 0 0,-1-1 0,0 1 0,-1-1 0,0-1 0,-1 1 0,0-1 0,-1 0 0,-1 0 0,0 0 0,1-17 0,-3 11 0,-1 0 0,-1 0 0,-1 0 0,0 1 0,-2-1 0,0 0 0,-1 1 0,-1 0 0,0 0 0,-2 1 0,0-1 0,-17-26 0,16 31 0,-1 0 0,0 0 0,0 1 0,-1 1 0,-1 0 0,0 0 0,0 1 0,-1 1 0,0 0 0,-1 0 0,0 2 0,0 0 0,-1 0 0,0 1 0,-23-5 0,-8 2 0,-1 1 0,0 3 0,0 2 0,0 2 0,-1 3 0,1 1 0,-52 10 0,90-11-72,0 0 1,-1 0-1,1 1 0,0 0 0,1 0 0,-1 1 0,0 0 0,1 1 1,0 0-1,0 0 0,0 1 0,1 0 0,0 0 0,0 1 0,0 0 1,1 0-1,0 1 0,-8 14 0,-3 15-6754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0:38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92 24575,'-5'1'0,"1"0"0,-1 0 0,0 0 0,1 0 0,-1 0 0,1 1 0,0 0 0,0 0 0,-1 0 0,1 1 0,1-1 0,-1 1 0,0 0 0,1 0 0,-1 0 0,1 1 0,0-1 0,0 1 0,0 0 0,0 0 0,-2 5 0,-5 9 0,0 1 0,1 1 0,-8 24 0,3 0 0,1-1 0,3 2 0,1 0 0,3 0 0,1 1 0,3-1 0,2 47 0,2-80 0,-1-1 0,2 1 0,0 0 0,0-1 0,1 0 0,0 0 0,1 0 0,0 0 0,1-1 0,0 0 0,1 0 0,0-1 0,1 0 0,-1 0 0,2 0 0,-1-1 0,1 0 0,15 9 0,14 8 0,1-2 0,1-1 0,62 22 0,-94-40 0,43 16 0,2-2 0,0-3 0,1-2 0,1-2 0,0-3 0,0-2 0,90-2 0,-131-4 0,0-1 0,0 0 0,0-1 0,0-1 0,0 0 0,-1-1 0,1 0 0,-1-1 0,23-12 0,-28 12 0,0-1 0,0 1 0,-1-1 0,0-1 0,0 0 0,0 0 0,-1 0 0,0-1 0,-1 1 0,1-1 0,-2-1 0,1 1 0,-1-1 0,0 0 0,3-12 0,0-6 0,0-1 0,-2 0 0,-1-1 0,-1 1 0,-2-1 0,-1 1 0,-1-1 0,-1 1 0,-2-1 0,-1 1 0,-1 0 0,-1 1 0,-1-1 0,-2 1 0,-1 1 0,-1 0 0,-1 1 0,-31-46 0,17 36 0,-1 0 0,-2 2 0,-1 1 0,-60-46 0,72 64 0,-1 0 0,0 2 0,-1 0 0,0 2 0,-1 0 0,0 1 0,-1 1 0,0 1 0,0 2 0,-34-5 0,-158 1 0,180 11 0,0 0 0,0 3 0,0 1 0,-35 11 0,65-16-72,1 0 1,-1 0-1,1 1 0,-1 0 0,1 0 0,-1 0 0,1 1 0,0-1 1,0 1-1,0 0 0,1 0 0,-1 1 0,1-1 0,0 1 0,0-1 1,0 1-1,0 0 0,-4 8 0,0 10-6754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0:39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273 227 24575,'-2'1'0,"0"1"0,0-1 0,0 0 0,0 0 0,0 1 0,0-1 0,0 1 0,0-1 0,1 1 0,-1 0 0,1 0 0,-1 0 0,1 0 0,0 0 0,0 0 0,0 0 0,0 0 0,-1 5 0,1-5 0,-8 19 0,1 1 0,1 0 0,0 1 0,2-1 0,-3 40 0,0 121 0,7-151 0,1-15 0,0-1 0,1 1 0,1-1 0,0 1 0,5 16 0,-4-26 0,0 1 0,0-1 0,0 0 0,1 0 0,0 0 0,0-1 0,0 1 0,1-1 0,0 0 0,1 0 0,-1-1 0,13 10 0,2-1 0,1-2 0,0-1 0,1-1 0,0 0 0,0-2 0,1 0 0,1-2 0,-1 0 0,1-2 0,25 2 0,37 0 0,121-7 0,-177 0 0,0-1 0,0-2 0,-1-1 0,34-9 0,-54 11 0,-1 1 0,1-2 0,-1 1 0,1-1 0,-1 0 0,0-1 0,-1 0 0,1 0 0,-1-1 0,0 0 0,0 0 0,-1-1 0,0 1 0,0-1 0,0-1 0,-1 1 0,8-16 0,-6 6 0,-1 1 0,-1-2 0,0 1 0,-1 0 0,-1-1 0,0 0 0,-2 0 0,0 0 0,-1 0 0,-3-24 0,-1 18 0,0 0 0,-2 0 0,-1 0 0,-1 1 0,-1 0 0,0 1 0,-14-22 0,3 12 0,-1 0 0,-1 2 0,-1 1 0,-2 0 0,-1 2 0,-1 1 0,-2 1 0,0 2 0,-59-37 0,63 47 0,0 0 0,-1 2 0,-1 0 0,1 2 0,-2 1 0,1 1 0,-1 2 0,0 0 0,-48 0 0,54 5 0,-1 1 0,1 1 0,0 1 0,-1 0 0,1 2 0,1 1 0,-1 1 0,1 0 0,0 2 0,1 0 0,0 2 0,-27 18 0,28-16-170,1 1-1,0 1 0,1 1 1,1 1-1,1 0 0,0 1 1,-23 37-1,15-8-6655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0:4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130 243 24575,'-1'44'0,"0"-20"0,1 0 0,1 1 0,8 43 0,-7-59 0,1-1 0,0 0 0,0 0 0,0 0 0,1-1 0,0 1 0,1-1 0,0 0 0,0 0 0,0 0 0,1-1 0,0 0 0,0 0 0,14 10 0,9 3 0,1-1 0,1-1 0,1-1 0,0-2 0,1-2 0,40 11 0,-21-11 0,0-2 0,1-2 0,76 2 0,-112-9 0,1-2 0,0 0 0,-1-1 0,1 0 0,-1-2 0,1 0 0,-1-1 0,29-12 0,-38 13 0,1-1 0,-1 0 0,0 0 0,0-1 0,-1 0 0,1 0 0,-1-1 0,-1 0 0,1 0 0,-1 0 0,0-1 0,-1 0 0,0 0 0,0-1 0,-1 1 0,0-1 0,4-14 0,-4 7 0,0 0 0,-1-1 0,-1 1 0,-1-1 0,0 1 0,-1-1 0,-1 1 0,0-1 0,-1 1 0,-1-1 0,-1 1 0,0 0 0,-1 0 0,-1 1 0,0-1 0,-1 1 0,-1 1 0,0-1 0,-1 1 0,-1 1 0,0 0 0,0 0 0,-1 1 0,-1 0 0,0 1 0,-1 0 0,0 1 0,-1 1 0,-15-9 0,-4 2 11,0 2 0,0 1 0,-1 1 0,-1 2 0,0 2 0,0 1-1,-1 2 1,1 1 0,-1 2 0,-39 2 0,43 2-135,0 1 0,0 2 1,0 1-1,1 1 0,0 2 0,0 1 1,1 1-1,0 2 0,1 1 0,1 1 1,-36 25-1,0 10-6702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0: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198 252 24575,'-1'0'0,"0"1"0,-1-1 0,1 1 0,0-1 0,-1 1 0,1 0 0,0-1 0,0 1 0,-1 0 0,1 0 0,0 0 0,0 0 0,0 0 0,0 0 0,0 0 0,0 0 0,1 1 0,-1-1 0,0 0 0,0 0 0,1 1 0,-1-1 0,0 2 0,-11 35 0,12-35 0,-6 20 0,1-1 0,1 1 0,1 0 0,2 0 0,1 45 0,1-61 0,-1 0 0,2 0 0,-1 0 0,0 0 0,1-1 0,1 1 0,-1 0 0,1-1 0,0 0 0,0 0 0,1 0 0,0 0 0,0 0 0,0-1 0,1 0 0,0 1 0,0-2 0,0 1 0,0-1 0,1 1 0,0-2 0,0 1 0,11 5 0,4-3 0,-1 0 0,1-1 0,0-1 0,0-2 0,1 0 0,-1-1 0,0 0 0,1-2 0,21-4 0,-35 4 0,-1 0 0,1-1 0,-1 0 0,0-1 0,0 0 0,0 0 0,0 0 0,0-1 0,0 0 0,-1 0 0,0 0 0,0-1 0,7-7 0,-5 3 0,1-1 0,-1 0 0,-1-1 0,0 0 0,-1 0 0,0 0 0,6-16 0,0-6 0,-2-2 0,-2 1 0,-1-1 0,4-63 0,-9 85 0,-1 0 0,-1-1 0,-1 1 0,0 0 0,0-1 0,-1 1 0,-1 0 0,-8-25 0,7 31 0,1 0 0,-1 0 0,0 1 0,-1-1 0,1 1 0,-1 0 0,-1 1 0,1-1 0,-1 1 0,0 0 0,0 0 0,0 1 0,-1 0 0,1 0 0,-1 0 0,0 1 0,-8-3 0,-5-1 0,-1 0 0,-1 2 0,1 0 0,-1 1 0,0 1 0,0 2 0,0 0 0,0 1 0,0 1 0,0 1 0,0 1 0,1 1 0,-34 10 0,42-10 0,0 1 0,0 0 0,1 1 0,0 1 0,0 0 0,0 0 0,1 1 0,0 1 0,1-1 0,0 2 0,0 0 0,1 0 0,0 0 0,1 1 0,0 1 0,1-1 0,0 1 0,1 0 0,0 1 0,1 0 0,0-1 0,-4 23 0,5-17 0,2 0 0,0 0 0,1 0 0,0 0 0,2 1 0,0-1 0,1 0 0,1 0 0,0 0 0,2-1 0,0 1 0,1-1 0,14 30 0,-7-24 0,1-1 0,1 0 0,1-1 0,1-1 0,0-1 0,2 0 0,0-1 0,41 29 0,2-8-1365,-9-14-5461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0:41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580 229 24575,'-3'1'0,"1"-1"0,-1 1 0,0-1 0,0 1 0,0 0 0,1 0 0,-1 0 0,0 0 0,1 1 0,-1-1 0,1 1 0,-1-1 0,1 1 0,0 0 0,0 0 0,0 0 0,0 0 0,0 0 0,0 1 0,1-1 0,-1 0 0,1 1 0,-1 0 0,1-1 0,0 1 0,0 0 0,-1 4 0,-3 9 0,1 0 0,1 0 0,-2 25 0,4-34 0,-2 19 0,1 1 0,1-1 0,1 1 0,2 0 0,8 51 0,-7-68 0,0 0 0,0 0 0,1-1 0,0 1 0,1-1 0,0 0 0,0 0 0,1-1 0,0 1 0,0-1 0,1 0 0,0-1 0,1 0 0,0 0 0,0-1 0,0 0 0,1 0 0,14 7 0,7 0 0,0-1 0,0-1 0,1-2 0,0-1 0,47 6 0,-17-8 0,121-2 0,-146-6 0,1-1 0,-1-2 0,0-2 0,-1-1 0,0-1 0,60-26 0,-79 28 0,0-1 0,0 0 0,-1-1 0,0-1 0,-1-1 0,0 0 0,-1-1 0,0 0 0,-1-1 0,0 0 0,-1-1 0,0 0 0,-1-1 0,-1 0 0,14-30 0,-16 24 0,0 1 0,-1-1 0,-1-1 0,-1 1 0,-1-1 0,-1 1 0,-1-1 0,0 0 0,-2 1 0,-1-1 0,-7-35 0,7 46 0,-1-1 0,-1 1 0,0 0 0,-1 0 0,0 0 0,-1 0 0,0 1 0,0 0 0,-1 0 0,0 1 0,-1 0 0,0 0 0,-1 0 0,1 1 0,-2 1 0,1 0 0,-1 0 0,0 0 0,0 1 0,-1 1 0,0 0 0,-21-7 0,-7 2 0,-1 1 0,0 2 0,-47-2 0,-127 4 0,204 5 0,-95 0 40,-1 6 0,-203 37 0,262-33-205,0 3 0,1 1 0,0 2 0,1 3 0,1 1 0,1 2 0,1 2 0,-67 51 0,57-28-6661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0:52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1382 24575,'51'-3'0,"1"-1"0,-1-3 0,90-24 0,-79 16 0,962-274 0,-715 177 0,366-189 0,23-10 0,-637 288 0,182-78 0,-228 90 0,-23 7 0,-38 9 0,-96 34 0,-252 106 0,264-92 0,-644 240-369,77-30 54,20 11 315,659-266 69,1-1-1,-1-1 1,0-1-1,0 0 0,-1-2 1,1 0-1,-1-1 0,0 0 1,-31-3-1,21-3-68,29 4 0,0 0 0,0 0 0,0 0 0,0 0 0,0 0 0,0-1 0,0 1 0,1 0 0,-1 0 0,0 0 0,0 0 0,0 0 0,0 0 0,0 0 0,0 0 0,0 0 0,0-1 0,0 1 0,0 0 0,0 0 0,0 0 0,0 0 0,0 0 0,0 0 0,0 0 0,0-1 0,0 1 0,0 0 0,0 0 0,0 0 0,0 0 0,0 0 0,0 0 0,0-1 0,0 1 0,0 0 0,0 0 0,0 0 0,0 0 0,0 0 0,0 0 0,0 0 0,-1 0 0,1 0 0,0-1 0,0 1 0,0 0 0,0 0 0,0 0 0,0 0 0,0 0 0,0 0 0,0 0 0,-1 0 0,1 0 0,0 0 0,0 0 0,0 0 0,0 0 0,0 0 0,-1 0 0,58-14 0,-51 12 0,1248-217-1147,-197 40 261,-679 100 886,114-40 0,-454 108 0,-23 9 0,-1-2 0,0 0 0,0-1 0,0 0 0,-1-1 0,1 0 0,-1-1 0,16-12 0,-28 18 0,-1 1 0,0 0 0,1-1 0,-1 1 0,0 0 0,0-1 0,1 1 0,-1 0 0,0-1 0,0 1 0,1 0 0,-1-1 0,0 1 0,0-1 0,0 1 0,0 0 0,0-1 0,0 1 0,0-1 0,0 1 0,0-1 0,0 1 0,0 0 0,0-1 0,0 1 0,0-1 0,0 1 0,0 0 0,0-1 0,-1 1 0,1-1 0,0 1 0,0 0 0,0-1 0,-1 1 0,1 0 0,0-1 0,-1 1 0,1 0 0,0-1 0,0 1 0,-1 0 0,1 0 0,-1-1 0,1 1 0,0 0 0,-1 0 0,1 0 0,0 0 0,-1-1 0,1 1 0,-1 0 0,1 0 0,-1 0 0,1 0 0,0 0 0,-1 0 0,1 0 0,-1 0 0,1 0 0,-1 0 0,1 1 0,-20-5 0,1 2 0,-1 1 0,0 0 0,1 2 0,-1 0 0,-29 6 0,-9-1 0,-919 120 524,672-82-437,72-11-89,-1199 185-66,1398-212 59,-165 34 4,171-31 5,50-13 0,134-37 5,1047-285 241,-21-73-37,-1165 393-132,0 1-1,0 2 0,0-1 0,1 2 0,-1 0 1,0 1-1,1 1 0,-1 1 0,22 3 0,62 0 208,-94-5-284,0 0 0,0 0 0,-1 0 0,1-1 0,0 0 0,-1 0 0,1-1 0,-1 0 0,0 0 0,6-4 0,-12 7 0,0 0 0,1 0 0,-1-1 0,0 1 0,0 0 0,0 0 0,1-1 0,-1 1 0,0 0 0,0 0 0,0-1 0,0 1 0,0 0 0,1 0 0,-1-1 0,0 1 0,0 0 0,0-1 0,0 1 0,0 0 0,0 0 0,0-1 0,0 1 0,0 0 0,0-1 0,0 1 0,0 0 0,0-1 0,0 1 0,0 0 0,-1 0 0,1-1 0,0 1 0,0 0 0,0 0 0,0-1 0,0 1 0,-1 0 0,1 0 0,0-1 0,0 1 0,0 0 0,-1 0 0,1 0 0,0-1 0,0 1 0,-1 0 0,1 0 0,0 0 0,-1 0 0,1 0 0,0 0 0,0-1 0,-1 1 0,0 0 0,-19-6 0,-49-2 0,-1 2 0,-121 7 0,83 1 0,44-1 0,30 1 0,0-2 0,-56-7 0,65-2 0,25 9 0,0-1 0,-1 1 0,1 0 0,0 0 0,0-1 0,-1 1 0,1 0 0,0-1 0,0 1 0,-1 0 0,1-1 0,0 1 0,0-1 0,0 1 0,0 0 0,0-1 0,0 1 0,0-1 0,0 1 0,0 0 0,0-1 0,0 1 0,0-1 0,0 1 0,0 0 0,0-1 0,0 1 0,0-1 0,0 1 0,1 0 0,-1-1 0,2-2 0,1 0 0,-1 1 0,1-1 0,0 1 0,-1 0 0,1 0 0,0 0 0,0 0 0,0 0 0,5-1 0,32-14 0,56-14 0,-67 23 0,1-2 0,-1 0 0,-1-2 0,43-25 0,-70 37 0,0 0 0,0-1 0,0 1 0,0-1 0,0 1 0,-1-1 0,1 0 0,0 1 0,0-1 0,0 0 0,-1 0 0,1 0 0,0 1 0,-1-1 0,1 0 0,-1 0 0,1 0 0,-1 0 0,1 0 0,-1 0 0,0 0 0,1 0 0,-1 0 0,0 0 0,0-1 0,0 1 0,-1 0 0,0 0 0,1 0 0,-1 0 0,0 0 0,0 0 0,1 1 0,-1-1 0,0 0 0,0 1 0,0-1 0,0 1 0,0-1 0,0 1 0,0-1 0,0 1 0,0 0 0,0-1 0,-2 1 0,-59-8 0,-83 8 0,124 4 0,31 4 0,39 5 0,570 100 0,-604-110 0,4 0 0,-1 0 0,0 2 0,0 0 0,25 12 0,-40-16 0,1 1 0,-1 0 0,0 0 0,1 0 0,-1 0 0,0 1 0,0-1 0,-1 1 0,1 0 0,-1 0 0,1 0 0,-1 0 0,0 0 0,0 0 0,0 1 0,0-1 0,-1 0 0,1 1 0,-1 0 0,0-1 0,0 1 0,0 0 0,-1 0 0,1-1 0,-1 1 0,0 0 0,-1 5 0,-2 11 0,0-1 0,-2 1 0,0-1 0,-2 0 0,-11 24 0,-52 92 0,56-108 0,13-26 0,-4 8 0,0 1 0,-1-1 0,0-1 0,0 1 0,-10 9 0,14-16 0,1-1 0,-1 1 0,0-1 0,1 0 0,-1 0 0,0 0 0,0 0 0,0 0 0,0 0 0,0 0 0,0 0 0,0-1 0,0 1 0,0-1 0,0 0 0,0 0 0,-1 1 0,1-1 0,0-1 0,0 1 0,0 0 0,0 0 0,0-1 0,-1 1 0,1-1 0,0 0 0,0 0 0,0 1 0,1-1 0,-1 0 0,0-1 0,-2-1 0,-12-9 0,1-1 0,0 0 0,1-1 0,-19-24 0,-48-74 0,47 64 0,-8-13 0,15 19 0,-3 2 0,-40-43 0,67 80 0,1 0 0,-1 1 0,0-1 0,0 1 0,-1-1 0,1 1 0,0 0 0,-1 0 0,1 1 0,-1-1 0,-4-1 0,7 3 0,0 0 0,1 0 0,-1 0 0,0 0 0,0 0 0,1 0 0,-1 0 0,0 0 0,0 0 0,1 1 0,-1-1 0,0 0 0,1 0 0,-1 1 0,0-1 0,1 0 0,-1 1 0,0-1 0,1 1 0,-1-1 0,1 1 0,-1 0 0,-8 25 0,10-10 0,0 0 0,0 0 0,2 0 0,0 0 0,1 0 0,0 0 0,2-1 0,12 27 0,-1 0 0,-17-41 0,1 0 0,0 0 0,-1 0 0,1 1 0,-1-1 0,0 0 0,1 0 0,-1 0 0,0 0 0,0 0 0,0 1 0,0-1 0,0 0 0,0 0 0,0 0 0,0 1 0,0-1 0,0 0 0,-1 0 0,1 0 0,0 0 0,-1 2 0,0-3 0,0 0 0,0 1 0,0-1 0,0 0 0,0 0 0,0 1 0,0-1 0,0 0 0,0 0 0,1 0 0,-1 0 0,0-1 0,0 1 0,0 0 0,0 0 0,0 0 0,0-1 0,0 1 0,0 0 0,1-1 0,-2 0 0,-57-37 0,51 32 0,-16-10-273,0 1 0,-1 2 0,0 0 0,-44-15 0,15 12-6553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0:54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1114 3411 24575,'-36'-79'0,"3"-2"0,4-1 0,-32-146 0,-16-263 0,56 308 0,-24-164 0,29 258 0,-52-163 0,-13 35 0,33 95 0,5-3 0,-35-169 0,65 225 0,-2 1 0,-29-77 0,34 119 0,-1-1 0,-2 2 0,0 0 0,-2 0 0,-1 2 0,0 0 0,-2 0 0,-26-25 0,-77-58 0,120 105 0,1 0 0,-1 0 0,0 1 0,0-1 0,0 0 0,0 1 0,0-1 0,0 1 0,0-1 0,0 1 0,0-1 0,0 1 0,0 0 0,0-1 0,-1 1 0,1 0 0,0 0 0,0 0 0,0 0 0,0 0 0,-1 0 0,1 0 0,0 0 0,0 0 0,-2 1 0,2 0 0,-1 0 0,0 1 0,1-1 0,-1 0 0,1 1 0,-1-1 0,1 1 0,-1-1 0,1 1 0,0 0 0,0 0 0,0-1 0,-1 4 0,-4 9 0,1 0 0,1 1 0,-3 19 0,4-20 0,-24 118 0,20-115 0,1-25 0,1-32 0,3 22 0,-3-51 0,2-1 0,10-102 0,-7 169 0,0 1 0,1-1 0,-1 0 0,0 0 0,1 0 0,0 1 0,-1-1 0,1 0 0,1 1 0,-1-1 0,0 0 0,0 1 0,1 0 0,0-1 0,-1 1 0,1 0 0,0 0 0,0 0 0,0 0 0,0 0 0,0 0 0,1 0 0,-1 1 0,1-1 0,-1 1 0,1 0 0,-1 0 0,1 0 0,0 0 0,0 0 0,-1 0 0,1 1 0,0 0 0,0-1 0,0 1 0,-1 0 0,1 0 0,0 0 0,0 1 0,0-1 0,0 1 0,-1 0 0,6 1 0,12 5 0,0 1 0,-1 0 0,0 2 0,30 19 0,-44-26 0,216 157-8,-136-95-1349,-34-28-5469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0:59.8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24575,'0'5'0,"0"10"0,0 17 0,0 21 0,0 20 0,0 16 0,0-7-8191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0:59.9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24575,'0'5'0,"0"10"0,0 8 0,0 0-8191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0.1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24575,'0'4'0,"0"12"0,0 11 0,0 11 0,0 12 0,0 12 0,0-5-8191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0.2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24575,'0'4'0,"0"7"0,0 10 0,0 6 0,0 13 0,0 8 0,0 10 0,0 9 0,0-7-8191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0.4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24575,'0'9'0,"0"18"0,0 12 0,0 14 0,0 11 0,0 5 0,0-1 0,0-3 0,0-7 0,0-5 0,0-11-8191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0.7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24575,'0'4'0,"0"7"0,0 10 0,0 7 0,0 7 0,0 7 0,0 10 0,0 6 0,0-8-8191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0.9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24575,'0'9'0,"0"8"0,0 10 0,0 9 0,0 4 0,0 0 0,0-4 0,0-2 0,0 2 0,0 0 0,0-2 0,0 2 0,0-5-8191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1.1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24575,'0'5'0,"0"6"0,0 1-8191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1.3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24575,'0'5'0,"0"6"0,0 6 0,0 4 0,0-1-8191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2.0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24575,'9'0'0,"22"4"0,19 7 0,1 1-8191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2.2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24575,'10'0'0,"7"0"0,10 0 0,10 0 0,12 5 0,16 1 0,11-1 0,-8 0-8191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2.3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24575,'4'0'0,"12"0"0,6 0 0,10 0 0,12 0 0,14 0 0,-4 0-8191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2.5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24575,'5'0'0,"10"0"0,7 0 0,10 0 0,8 0 0,16 0 0,16 0 0,-4 0-8191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0.5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24575,'0'4'0,"0"11"0,0 8 0,0 8 0,0 9 0,0 2 0,0 8 0,0 4 0,0-7-8191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2.6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24575,'5'0'0,"5"0"0,11 0 0,16 0 0,14 4 0,18 2 0,29 9 0,-2 2-8191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2.8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24575,'10'0'0,"11"0"0,8 0 0,7 0 0,8 0 0,9 0 0,14 0 0,19 0 0,9 0 0,-13 0-8191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3.0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24575,'4'0'0,"11"0"0,12 0 0,11 0 0,12 0 0,17 0 0,15 0 0,11 0 0,5 0 0,-15 0-8191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03.1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24575,'9'0'0,"8"0"0,5 0 0,4 0 0,6 0 0,3 0 0,4 0 0,10 5 0,10 6 0,4 5 0,-4 1 0,-12-3-8191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3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24575,'3'-3'0,"1"1"0,-1 0 0,1 0 0,0 0 0,0 1 0,0-1 0,0 1 0,0 0 0,0 0 0,5 0 0,10-3 0,133-32 0,1 8 0,280-17 0,319 38 0,-702 8 0,-43-1 0,0-1 0,-1 1 0,1 1 0,0-1 0,0 1 0,0 1 0,-1-1 0,1 1 0,0 0 0,-1 1 0,0-1 0,0 1 0,1 1 0,-2-1 0,1 1 0,0 0 0,-1 0 0,0 1 0,0-1 0,0 1 0,0 0 0,-1 1 0,0-1 0,0 1 0,0 0 0,-1 0 0,5 10 0,14 36 0,-3 2 0,-1 0 0,19 110 0,-25-99 0,4-1 0,34 93 0,-33-123-1365,-1-8-5461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32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1 969 24575,'1'0'0,"1"-1"0,-1 1 0,1-1 0,-1 1 0,1-1 0,-1 0 0,0 0 0,0 0 0,1 0 0,-1 0 0,0 0 0,0 0 0,0 0 0,0 0 0,0 0 0,0-1 0,0 1 0,0 0 0,-1-1 0,1 1 0,0-2 0,15-36 0,-14 34 0,114-415 0,-8 25 0,-106 389 0,0-2 0,1-1 0,0 0 0,1 1 0,0 0 0,7-11 0,-10 17 0,1 1 0,-1-1 0,0 1 0,1-1 0,-1 1 0,1 0 0,0 0 0,-1 0 0,1-1 0,0 1 0,-1 1 0,1-1 0,0 0 0,0 0 0,0 1 0,0-1 0,0 1 0,0 0 0,0-1 0,0 1 0,0 0 0,0 0 0,0 0 0,0 0 0,0 1 0,0-1 0,0 1 0,0-1 0,0 1 0,2 0 0,55 25 0,-44-18 0,1-1 0,0-1 0,0 0 0,27 6 0,49-3 0,1-3 0,133-9 0,-52-1 0,-168 4 0,0 1 0,0-1 0,0 1 0,0 1 0,0-1 0,-1 1 0,1 0 0,0 1 0,-1-1 0,1 1 0,-1 0 0,0 0 0,0 1 0,0 0 0,-1-1 0,1 2 0,-1-1 0,0 0 0,0 1 0,4 6 0,5 10 0,0 0 0,-1 1 0,14 37 0,-19-41 0,76 185-35,119 253-1295,-175-407-5496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33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2 828 24575,'-1'-150'0,"3"-300"0,-2 438 0,1 1 0,0 0 0,1 0 0,0 0 0,1 0 0,0 0 0,1 0 0,0 0 0,1 1 0,0 0 0,0 0 0,1 0 0,0 1 0,1 0 0,0 0 0,12-12 0,-14 18 0,-1 0 0,1 0 0,0 0 0,0 1 0,0-1 0,0 1 0,0 0 0,1 1 0,-1-1 0,0 1 0,1 0 0,9 0 0,75 2 0,-51 1 0,511 0 0,-533-3 0,0-1 0,0 0 0,30-9 0,-46 11 0,3-1 0,-1 1 0,0 0 0,1 0 0,-1 0 0,0 0 0,0 0 0,1 1 0,-1-1 0,0 1 0,0 0 0,0 0 0,0 1 0,0-1 0,0 0 0,0 1 0,0 0 0,0 0 0,-1 0 0,1 0 0,-1 0 0,1 0 0,-1 1 0,0-1 0,0 1 0,0-1 0,3 6 0,5 9 0,0-1 0,-2 2 0,10 24 0,-16-36 0,60 191-12,0 7 97,-53-181-290,1-1-1,1 0 1,1 0-1,1-1 1,1 0-1,22 24 1,-10-18-6621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35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1 842 24575,'6'-16'0,"0"-1"0,-1 1 0,-1-1 0,0 0 0,1-23 0,-2 18 0,1-1 0,9-27 0,50-106 0,5-13 0,-62 153 0,0 0 0,1 1 0,0 0 0,1 0 0,1 1 0,0 0 0,1 1 0,0 0 0,1 0 0,1 1 0,0 1 0,1 0 0,0 0 0,0 2 0,1-1 0,21-10 0,10-9 0,-40 25 0,1-1 0,0 1 0,0 0 0,0 1 0,0 0 0,1 0 0,-1 0 0,1 0 0,0 1 0,0 0 0,0 1 0,11-2 0,54 2 0,-1 2 0,1 4 0,-1 3 0,102 24 0,-79-22 0,-51-7 0,-40-2 0,0-1 0,0 1 0,1 0 0,-1 0 0,0 0 0,0 0 0,0 1 0,0-1 0,0 1 0,0 0 0,0 0 0,-1 0 0,1 0 0,-1 0 0,1 0 0,-1 1 0,0-1 0,0 1 0,0 0 0,0 0 0,0-1 0,1 5 0,3 6 0,-1 0 0,-1 1 0,7 27 0,-4-9 0,54 244 0,-45-191 0,-4-32 0,2 0 0,2-1 0,2-1 0,42 80 0,-59-130 0,0 0 0,0 0 0,0 1 0,-1-1 0,1 0 0,-1 0 0,1 0 0,-1 0 0,1 1 0,-1-1 0,0 0 0,1 1 0,-1-1 0,0 0 0,0 1 0,0-1 0,0 0 0,0 1 0,0-1 0,0 0 0,-1 0 0,1 1 0,0-1 0,-1 0 0,1 1 0,-1-1 0,1 0 0,-1 0 0,0 0 0,1 0 0,-1 0 0,0 0 0,0 0 0,0 0 0,0 0 0,0 0 0,0 0 0,0 0 0,0-1 0,0 1 0,0 0 0,-1-1 0,1 1 0,0-1 0,0 1 0,-3 0 0,-8 1 0,1 1 0,-1-2 0,0 0 0,-18 0 0,13-1 0,-614 2 0,284-6 0,57 4-1365,266 0-5461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36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903 0 24575,'-679'0'0,"657"0"-170,0 1-1,0 0 0,0 2 1,0 1-1,0 0 0,1 2 1,-31 11-1,34-9-6655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37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1560 29 24575,'-19'-6'0,"0"1"0,0 0 0,0 1 0,-1 1 0,0 1 0,0 1 0,-27 2 0,11-2 0,-843-2 65,453 6-1495,390-3-5396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3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1026 0 24575,'-9'0'0,"-17"0"0,-22 0 0,-17 0 0,-21 0 0,-13 0 0,-5 0 0,3 0 0,4 0 0,9 0 0,11 0 0,14 0 0,13 0 0,5 0 0,7 0 0,9 0-8191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08:51:38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1 242 24575,'18'-7'0,"0"0"0,0 1 0,1 1 0,36-6 0,-17 4 0,372-55 0,-42 9 0,-297 40 0,0 4 0,127-2 0,-170 10 0,0-1 0,36-8 0,31-2 0,6-2 74,-52 6-1513,-25 4-5387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51A4D-426E-6461-73FA-094314E90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BFFDB-FFB5-6116-7535-7F424F4AA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6838E-C3AC-3D52-2AA9-21A4037C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9-414F-4522-BE48-39B7F0D94995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CFB15-5D4B-85A5-F320-76EFD92E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BCEF5-3532-FCCD-26F5-39B7DB673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E1857-9F5D-4DAC-916D-62027C7CBB3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044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002D-1D84-1E62-4575-45339347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EBCC4-F452-5B9D-A0C3-815DE8997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CDDA5-61B5-08CE-E95B-5810E2DF5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9-414F-4522-BE48-39B7F0D94995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26229-528A-ADA7-EEC9-B3DC0265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5FC6A-E7CB-A240-8C1F-AC38E4C34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E1857-9F5D-4DAC-916D-62027C7CBB3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964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814B9-441D-2A1B-9B17-A9A94474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A6F01-F3DA-A1F5-9425-D784540C6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6A671-DB18-779D-5141-3FC1A4F8B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9-414F-4522-BE48-39B7F0D94995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D0922-9910-DB59-7AFD-70D92FA3A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91283-D863-F518-DE26-C17D554A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E1857-9F5D-4DAC-916D-62027C7CBB3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083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6B63F-B899-C855-1759-BF3644F6D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0B713-2E47-1F42-2CB4-1CE2A52EF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6243E6-4C39-EABE-2EAC-166081A01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CF189-4969-D7C6-D671-2920C9F0A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9-414F-4522-BE48-39B7F0D94995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CE0D2-A81E-2CF0-E132-B335169A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441E5-4A91-C879-3A25-5A71D1B1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E1857-9F5D-4DAC-916D-62027C7CBB3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7316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88C4D-4F04-E8F1-858C-DC9AB8DAD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7D44C-4363-AA2C-3D89-A6E74F206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DDF14-AD3A-7172-5DBB-644DF06EB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C781AB-B02F-983C-05A5-B513A031D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B180ED-1431-82DC-27C7-A9D124D691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6223BF-5F2D-4F9D-A4C3-27DEC3551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9-414F-4522-BE48-39B7F0D94995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64E18-726A-4F46-B03C-3786C118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792A-0D04-D53A-968A-CF07A3876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E1857-9F5D-4DAC-916D-62027C7CBB3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5582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1CDFC-05B1-8609-3274-1190907E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4BCC95-4948-F8B3-0F05-3C4BC9903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9-414F-4522-BE48-39B7F0D94995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77AE2-0974-9F28-BDA1-6D95C6AE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065C69-18C3-0B80-B42D-9974616C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E1857-9F5D-4DAC-916D-62027C7CBB3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73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5C2E81-AA28-10FA-EF86-D6D8EB4C7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9-414F-4522-BE48-39B7F0D94995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54DC5-F03E-7043-370D-9904C4E04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CC95B-11C8-D556-094D-6D07EEF4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E1857-9F5D-4DAC-916D-62027C7CBB3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094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5B12-59A4-05D4-48AB-8ADAA1E40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BD17F-D152-E56A-0146-8201547F7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8557D-C1FA-7208-D83A-38BC57327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46F0A-11D6-979C-9391-B6FF30AD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9-414F-4522-BE48-39B7F0D94995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9C4FC-8D1F-3B39-1FF4-EF40082A6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73568-62F4-0691-14AE-33B263E41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E1857-9F5D-4DAC-916D-62027C7CBB3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4493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7C79-1660-0386-80E8-6F4214457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AE9F55-CC6A-6871-CCCC-A60D1CC67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646FA-B9AC-9D19-073C-E9CE6BEA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1F1FE-225C-C52B-9C22-31A2D9FF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9-414F-4522-BE48-39B7F0D94995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CAD6D-330A-33A1-6479-027EB6AD4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756B7-292B-F291-D5E6-65B7215A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E1857-9F5D-4DAC-916D-62027C7CBB3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079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F16BF-AFA1-369D-FBCC-482848BE8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98603-388A-2E5E-BA3E-818B852C3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9786A-C3A0-3FF9-A28C-70E624342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9-414F-4522-BE48-39B7F0D94995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7546A-7C5F-2925-C345-251A4B27A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63C8-DA36-A3C6-9D1A-F40F312A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E1857-9F5D-4DAC-916D-62027C7CBB3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00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BEEA5-2FBA-5FC0-49DB-ADC9E2BC0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45A69-B0A6-9270-C728-FEE180D84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C3E02-150A-250C-9A10-5A58B1790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9-414F-4522-BE48-39B7F0D94995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56B4D-4493-AF15-FAA1-0945C8D1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E6B6F-AFFA-F5A6-2D42-EEE702E19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E1857-9F5D-4DAC-916D-62027C7CBB3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470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5643D2-87AE-FCF3-90FB-37E82C62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54891-D130-3731-8857-0982B7101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72A57-8679-A618-DB3A-9F211EDA3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A1529-414F-4522-BE48-39B7F0D94995}" type="datetimeFigureOut">
              <a:rPr lang="it-IT" smtClean="0"/>
              <a:t>05/05/2026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2B720-ACA3-EC05-741B-75861E1C5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84F83-AD16-770D-E09D-672A2F0B4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E1857-9F5D-4DAC-916D-62027C7CBB3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476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47" Type="http://schemas.openxmlformats.org/officeDocument/2006/relationships/customXml" Target="../ink/ink22.xml"/><Relationship Id="rId50" Type="http://schemas.openxmlformats.org/officeDocument/2006/relationships/image" Target="../media/image26.png"/><Relationship Id="rId55" Type="http://schemas.openxmlformats.org/officeDocument/2006/relationships/customXml" Target="../ink/ink26.xml"/><Relationship Id="rId7" Type="http://schemas.openxmlformats.org/officeDocument/2006/relationships/customXml" Target="../ink/ink2.xml"/><Relationship Id="rId2" Type="http://schemas.openxmlformats.org/officeDocument/2006/relationships/image" Target="../media/image1.emf"/><Relationship Id="rId16" Type="http://schemas.openxmlformats.org/officeDocument/2006/relationships/image" Target="../media/image9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7.xml"/><Relationship Id="rId40" Type="http://schemas.openxmlformats.org/officeDocument/2006/relationships/image" Target="../media/image21.png"/><Relationship Id="rId45" Type="http://schemas.openxmlformats.org/officeDocument/2006/relationships/customXml" Target="../ink/ink21.xml"/><Relationship Id="rId53" Type="http://schemas.openxmlformats.org/officeDocument/2006/relationships/customXml" Target="../ink/ink25.xml"/><Relationship Id="rId58" Type="http://schemas.openxmlformats.org/officeDocument/2006/relationships/image" Target="../media/image30.png"/><Relationship Id="rId5" Type="http://schemas.openxmlformats.org/officeDocument/2006/relationships/customXml" Target="../ink/ink1.xml"/><Relationship Id="rId61" Type="http://schemas.openxmlformats.org/officeDocument/2006/relationships/customXml" Target="../ink/ink29.xml"/><Relationship Id="rId19" Type="http://schemas.openxmlformats.org/officeDocument/2006/relationships/customXml" Target="../ink/ink8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2.xml"/><Relationship Id="rId30" Type="http://schemas.openxmlformats.org/officeDocument/2006/relationships/image" Target="../media/image16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8" Type="http://schemas.openxmlformats.org/officeDocument/2006/relationships/image" Target="../media/image5.png"/><Relationship Id="rId51" Type="http://schemas.openxmlformats.org/officeDocument/2006/relationships/customXml" Target="../ink/ink24.xml"/><Relationship Id="rId3" Type="http://schemas.openxmlformats.org/officeDocument/2006/relationships/image" Target="../media/image2.emf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8.xml"/><Relationship Id="rId20" Type="http://schemas.openxmlformats.org/officeDocument/2006/relationships/image" Target="../media/image11.png"/><Relationship Id="rId41" Type="http://schemas.openxmlformats.org/officeDocument/2006/relationships/customXml" Target="../ink/ink19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3.xml"/><Relationship Id="rId57" Type="http://schemas.openxmlformats.org/officeDocument/2006/relationships/customXml" Target="../ink/ink27.xml"/><Relationship Id="rId10" Type="http://schemas.openxmlformats.org/officeDocument/2006/relationships/image" Target="../media/image6.png"/><Relationship Id="rId31" Type="http://schemas.openxmlformats.org/officeDocument/2006/relationships/customXml" Target="../ink/ink14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4" Type="http://schemas.openxmlformats.org/officeDocument/2006/relationships/image" Target="../media/image3.emf"/><Relationship Id="rId9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0.png"/><Relationship Id="rId299" Type="http://schemas.openxmlformats.org/officeDocument/2006/relationships/customXml" Target="../ink/ink180.xml"/><Relationship Id="rId21" Type="http://schemas.openxmlformats.org/officeDocument/2006/relationships/image" Target="../media/image42.png"/><Relationship Id="rId63" Type="http://schemas.openxmlformats.org/officeDocument/2006/relationships/image" Target="../media/image63.png"/><Relationship Id="rId159" Type="http://schemas.openxmlformats.org/officeDocument/2006/relationships/image" Target="../media/image111.png"/><Relationship Id="rId324" Type="http://schemas.openxmlformats.org/officeDocument/2006/relationships/image" Target="../media/image192.png"/><Relationship Id="rId366" Type="http://schemas.openxmlformats.org/officeDocument/2006/relationships/image" Target="../media/image213.png"/><Relationship Id="rId170" Type="http://schemas.openxmlformats.org/officeDocument/2006/relationships/customXml" Target="../ink/ink114.xml"/><Relationship Id="rId226" Type="http://schemas.openxmlformats.org/officeDocument/2006/relationships/image" Target="../media/image144.png"/><Relationship Id="rId268" Type="http://schemas.openxmlformats.org/officeDocument/2006/relationships/image" Target="../media/image165.png"/><Relationship Id="rId32" Type="http://schemas.openxmlformats.org/officeDocument/2006/relationships/customXml" Target="../ink/ink45.xml"/><Relationship Id="rId74" Type="http://schemas.openxmlformats.org/officeDocument/2006/relationships/customXml" Target="../ink/ink66.xml"/><Relationship Id="rId128" Type="http://schemas.openxmlformats.org/officeDocument/2006/relationships/customXml" Target="../ink/ink93.xml"/><Relationship Id="rId335" Type="http://schemas.openxmlformats.org/officeDocument/2006/relationships/customXml" Target="../ink/ink198.xml"/><Relationship Id="rId377" Type="http://schemas.openxmlformats.org/officeDocument/2006/relationships/customXml" Target="../ink/ink219.xml"/><Relationship Id="rId5" Type="http://schemas.openxmlformats.org/officeDocument/2006/relationships/image" Target="../media/image34.png"/><Relationship Id="rId181" Type="http://schemas.openxmlformats.org/officeDocument/2006/relationships/customXml" Target="../ink/ink120.xml"/><Relationship Id="rId237" Type="http://schemas.openxmlformats.org/officeDocument/2006/relationships/customXml" Target="../ink/ink148.xml"/><Relationship Id="rId402" Type="http://schemas.openxmlformats.org/officeDocument/2006/relationships/image" Target="../media/image231.png"/><Relationship Id="rId279" Type="http://schemas.openxmlformats.org/officeDocument/2006/relationships/customXml" Target="../ink/ink169.xml"/><Relationship Id="rId43" Type="http://schemas.openxmlformats.org/officeDocument/2006/relationships/image" Target="../media/image53.png"/><Relationship Id="rId139" Type="http://schemas.openxmlformats.org/officeDocument/2006/relationships/image" Target="../media/image101.png"/><Relationship Id="rId290" Type="http://schemas.openxmlformats.org/officeDocument/2006/relationships/customXml" Target="../ink/ink175.xml"/><Relationship Id="rId304" Type="http://schemas.openxmlformats.org/officeDocument/2006/relationships/image" Target="../media/image182.png"/><Relationship Id="rId346" Type="http://schemas.openxmlformats.org/officeDocument/2006/relationships/image" Target="../media/image203.png"/><Relationship Id="rId388" Type="http://schemas.openxmlformats.org/officeDocument/2006/relationships/image" Target="../media/image224.png"/><Relationship Id="rId85" Type="http://schemas.openxmlformats.org/officeDocument/2006/relationships/image" Target="../media/image74.png"/><Relationship Id="rId150" Type="http://schemas.openxmlformats.org/officeDocument/2006/relationships/customXml" Target="../ink/ink104.xml"/><Relationship Id="rId192" Type="http://schemas.openxmlformats.org/officeDocument/2006/relationships/image" Target="../media/image127.png"/><Relationship Id="rId206" Type="http://schemas.openxmlformats.org/officeDocument/2006/relationships/image" Target="../media/image134.png"/><Relationship Id="rId413" Type="http://schemas.openxmlformats.org/officeDocument/2006/relationships/customXml" Target="../ink/ink237.xml"/><Relationship Id="rId248" Type="http://schemas.openxmlformats.org/officeDocument/2006/relationships/image" Target="../media/image155.png"/><Relationship Id="rId12" Type="http://schemas.openxmlformats.org/officeDocument/2006/relationships/customXml" Target="../ink/ink35.xml"/><Relationship Id="rId108" Type="http://schemas.openxmlformats.org/officeDocument/2006/relationships/customXml" Target="../ink/ink83.xml"/><Relationship Id="rId315" Type="http://schemas.openxmlformats.org/officeDocument/2006/relationships/customXml" Target="../ink/ink188.xml"/><Relationship Id="rId357" Type="http://schemas.openxmlformats.org/officeDocument/2006/relationships/customXml" Target="../ink/ink209.xml"/><Relationship Id="rId54" Type="http://schemas.openxmlformats.org/officeDocument/2006/relationships/customXml" Target="../ink/ink56.xml"/><Relationship Id="rId96" Type="http://schemas.openxmlformats.org/officeDocument/2006/relationships/customXml" Target="../ink/ink77.xml"/><Relationship Id="rId161" Type="http://schemas.openxmlformats.org/officeDocument/2006/relationships/image" Target="../media/image112.png"/><Relationship Id="rId217" Type="http://schemas.openxmlformats.org/officeDocument/2006/relationships/customXml" Target="../ink/ink138.xml"/><Relationship Id="rId399" Type="http://schemas.openxmlformats.org/officeDocument/2006/relationships/customXml" Target="../ink/ink230.xml"/><Relationship Id="rId259" Type="http://schemas.openxmlformats.org/officeDocument/2006/relationships/customXml" Target="../ink/ink159.xml"/><Relationship Id="rId424" Type="http://schemas.openxmlformats.org/officeDocument/2006/relationships/image" Target="../media/image242.png"/><Relationship Id="rId23" Type="http://schemas.openxmlformats.org/officeDocument/2006/relationships/image" Target="../media/image43.png"/><Relationship Id="rId119" Type="http://schemas.openxmlformats.org/officeDocument/2006/relationships/image" Target="../media/image91.png"/><Relationship Id="rId270" Type="http://schemas.openxmlformats.org/officeDocument/2006/relationships/image" Target="../media/image166.png"/><Relationship Id="rId326" Type="http://schemas.openxmlformats.org/officeDocument/2006/relationships/image" Target="../media/image193.png"/><Relationship Id="rId65" Type="http://schemas.openxmlformats.org/officeDocument/2006/relationships/image" Target="../media/image64.png"/><Relationship Id="rId130" Type="http://schemas.openxmlformats.org/officeDocument/2006/relationships/customXml" Target="../ink/ink94.xml"/><Relationship Id="rId368" Type="http://schemas.openxmlformats.org/officeDocument/2006/relationships/image" Target="../media/image214.png"/><Relationship Id="rId172" Type="http://schemas.openxmlformats.org/officeDocument/2006/relationships/customXml" Target="../ink/ink115.xml"/><Relationship Id="rId228" Type="http://schemas.openxmlformats.org/officeDocument/2006/relationships/image" Target="../media/image145.png"/><Relationship Id="rId281" Type="http://schemas.openxmlformats.org/officeDocument/2006/relationships/customXml" Target="../ink/ink170.xml"/><Relationship Id="rId337" Type="http://schemas.openxmlformats.org/officeDocument/2006/relationships/customXml" Target="../ink/ink199.xml"/><Relationship Id="rId34" Type="http://schemas.openxmlformats.org/officeDocument/2006/relationships/customXml" Target="../ink/ink46.xml"/><Relationship Id="rId76" Type="http://schemas.openxmlformats.org/officeDocument/2006/relationships/customXml" Target="../ink/ink67.xml"/><Relationship Id="rId141" Type="http://schemas.openxmlformats.org/officeDocument/2006/relationships/image" Target="../media/image102.png"/><Relationship Id="rId379" Type="http://schemas.openxmlformats.org/officeDocument/2006/relationships/customXml" Target="../ink/ink220.xml"/><Relationship Id="rId7" Type="http://schemas.openxmlformats.org/officeDocument/2006/relationships/image" Target="../media/image35.png"/><Relationship Id="rId183" Type="http://schemas.openxmlformats.org/officeDocument/2006/relationships/customXml" Target="../ink/ink121.xml"/><Relationship Id="rId239" Type="http://schemas.openxmlformats.org/officeDocument/2006/relationships/customXml" Target="../ink/ink149.xml"/><Relationship Id="rId390" Type="http://schemas.openxmlformats.org/officeDocument/2006/relationships/image" Target="../media/image225.png"/><Relationship Id="rId404" Type="http://schemas.openxmlformats.org/officeDocument/2006/relationships/image" Target="../media/image232.png"/><Relationship Id="rId250" Type="http://schemas.openxmlformats.org/officeDocument/2006/relationships/image" Target="../media/image156.png"/><Relationship Id="rId292" Type="http://schemas.openxmlformats.org/officeDocument/2006/relationships/customXml" Target="../ink/ink176.xml"/><Relationship Id="rId306" Type="http://schemas.openxmlformats.org/officeDocument/2006/relationships/image" Target="../media/image183.png"/><Relationship Id="rId45" Type="http://schemas.openxmlformats.org/officeDocument/2006/relationships/image" Target="../media/image54.png"/><Relationship Id="rId87" Type="http://schemas.openxmlformats.org/officeDocument/2006/relationships/image" Target="../media/image75.png"/><Relationship Id="rId110" Type="http://schemas.openxmlformats.org/officeDocument/2006/relationships/customXml" Target="../ink/ink84.xml"/><Relationship Id="rId348" Type="http://schemas.openxmlformats.org/officeDocument/2006/relationships/image" Target="../media/image204.png"/><Relationship Id="rId152" Type="http://schemas.openxmlformats.org/officeDocument/2006/relationships/customXml" Target="../ink/ink105.xml"/><Relationship Id="rId194" Type="http://schemas.openxmlformats.org/officeDocument/2006/relationships/image" Target="../media/image128.png"/><Relationship Id="rId208" Type="http://schemas.openxmlformats.org/officeDocument/2006/relationships/image" Target="../media/image135.png"/><Relationship Id="rId415" Type="http://schemas.openxmlformats.org/officeDocument/2006/relationships/customXml" Target="../ink/ink238.xml"/><Relationship Id="rId261" Type="http://schemas.openxmlformats.org/officeDocument/2006/relationships/customXml" Target="../ink/ink160.xml"/><Relationship Id="rId14" Type="http://schemas.openxmlformats.org/officeDocument/2006/relationships/customXml" Target="../ink/ink36.xml"/><Relationship Id="rId56" Type="http://schemas.openxmlformats.org/officeDocument/2006/relationships/customXml" Target="../ink/ink57.xml"/><Relationship Id="rId317" Type="http://schemas.openxmlformats.org/officeDocument/2006/relationships/customXml" Target="../ink/ink189.xml"/><Relationship Id="rId359" Type="http://schemas.openxmlformats.org/officeDocument/2006/relationships/customXml" Target="../ink/ink210.xml"/><Relationship Id="rId98" Type="http://schemas.openxmlformats.org/officeDocument/2006/relationships/customXml" Target="../ink/ink78.xml"/><Relationship Id="rId121" Type="http://schemas.openxmlformats.org/officeDocument/2006/relationships/image" Target="../media/image92.png"/><Relationship Id="rId163" Type="http://schemas.openxmlformats.org/officeDocument/2006/relationships/image" Target="../media/image113.png"/><Relationship Id="rId219" Type="http://schemas.openxmlformats.org/officeDocument/2006/relationships/customXml" Target="../ink/ink139.xml"/><Relationship Id="rId370" Type="http://schemas.openxmlformats.org/officeDocument/2006/relationships/image" Target="../media/image215.png"/><Relationship Id="rId426" Type="http://schemas.openxmlformats.org/officeDocument/2006/relationships/image" Target="../media/image243.png"/><Relationship Id="rId230" Type="http://schemas.openxmlformats.org/officeDocument/2006/relationships/image" Target="../media/image146.png"/><Relationship Id="rId25" Type="http://schemas.openxmlformats.org/officeDocument/2006/relationships/image" Target="../media/image44.png"/><Relationship Id="rId67" Type="http://schemas.openxmlformats.org/officeDocument/2006/relationships/image" Target="../media/image65.png"/><Relationship Id="rId272" Type="http://schemas.openxmlformats.org/officeDocument/2006/relationships/image" Target="../media/image167.png"/><Relationship Id="rId328" Type="http://schemas.openxmlformats.org/officeDocument/2006/relationships/image" Target="../media/image194.png"/><Relationship Id="rId132" Type="http://schemas.openxmlformats.org/officeDocument/2006/relationships/customXml" Target="../ink/ink95.xml"/><Relationship Id="rId174" Type="http://schemas.openxmlformats.org/officeDocument/2006/relationships/customXml" Target="../ink/ink116.xml"/><Relationship Id="rId381" Type="http://schemas.openxmlformats.org/officeDocument/2006/relationships/customXml" Target="../ink/ink221.xml"/><Relationship Id="rId241" Type="http://schemas.openxmlformats.org/officeDocument/2006/relationships/customXml" Target="../ink/ink150.xml"/><Relationship Id="rId36" Type="http://schemas.openxmlformats.org/officeDocument/2006/relationships/customXml" Target="../ink/ink47.xml"/><Relationship Id="rId283" Type="http://schemas.openxmlformats.org/officeDocument/2006/relationships/customXml" Target="../ink/ink171.xml"/><Relationship Id="rId339" Type="http://schemas.openxmlformats.org/officeDocument/2006/relationships/customXml" Target="../ink/ink200.xml"/><Relationship Id="rId78" Type="http://schemas.openxmlformats.org/officeDocument/2006/relationships/customXml" Target="../ink/ink68.xml"/><Relationship Id="rId101" Type="http://schemas.openxmlformats.org/officeDocument/2006/relationships/image" Target="../media/image82.png"/><Relationship Id="rId143" Type="http://schemas.openxmlformats.org/officeDocument/2006/relationships/image" Target="../media/image103.png"/><Relationship Id="rId185" Type="http://schemas.openxmlformats.org/officeDocument/2006/relationships/customXml" Target="../ink/ink122.xml"/><Relationship Id="rId350" Type="http://schemas.openxmlformats.org/officeDocument/2006/relationships/image" Target="../media/image205.png"/><Relationship Id="rId406" Type="http://schemas.openxmlformats.org/officeDocument/2006/relationships/image" Target="../media/image233.png"/><Relationship Id="rId9" Type="http://schemas.openxmlformats.org/officeDocument/2006/relationships/image" Target="../media/image36.png"/><Relationship Id="rId210" Type="http://schemas.openxmlformats.org/officeDocument/2006/relationships/image" Target="../media/image136.png"/><Relationship Id="rId392" Type="http://schemas.openxmlformats.org/officeDocument/2006/relationships/image" Target="../media/image226.png"/><Relationship Id="rId252" Type="http://schemas.openxmlformats.org/officeDocument/2006/relationships/image" Target="../media/image157.png"/><Relationship Id="rId294" Type="http://schemas.openxmlformats.org/officeDocument/2006/relationships/customXml" Target="../ink/ink177.xml"/><Relationship Id="rId308" Type="http://schemas.openxmlformats.org/officeDocument/2006/relationships/image" Target="../media/image184.png"/><Relationship Id="rId47" Type="http://schemas.openxmlformats.org/officeDocument/2006/relationships/image" Target="../media/image55.png"/><Relationship Id="rId89" Type="http://schemas.openxmlformats.org/officeDocument/2006/relationships/image" Target="../media/image76.png"/><Relationship Id="rId112" Type="http://schemas.openxmlformats.org/officeDocument/2006/relationships/customXml" Target="../ink/ink85.xml"/><Relationship Id="rId154" Type="http://schemas.openxmlformats.org/officeDocument/2006/relationships/customXml" Target="../ink/ink106.xml"/><Relationship Id="rId361" Type="http://schemas.openxmlformats.org/officeDocument/2006/relationships/customXml" Target="../ink/ink211.xml"/><Relationship Id="rId196" Type="http://schemas.openxmlformats.org/officeDocument/2006/relationships/image" Target="../media/image129.png"/><Relationship Id="rId417" Type="http://schemas.openxmlformats.org/officeDocument/2006/relationships/customXml" Target="../ink/ink239.xml"/><Relationship Id="rId16" Type="http://schemas.openxmlformats.org/officeDocument/2006/relationships/customXml" Target="../ink/ink37.xml"/><Relationship Id="rId221" Type="http://schemas.openxmlformats.org/officeDocument/2006/relationships/customXml" Target="../ink/ink140.xml"/><Relationship Id="rId263" Type="http://schemas.openxmlformats.org/officeDocument/2006/relationships/customXml" Target="../ink/ink161.xml"/><Relationship Id="rId319" Type="http://schemas.openxmlformats.org/officeDocument/2006/relationships/customXml" Target="../ink/ink190.xml"/><Relationship Id="rId58" Type="http://schemas.openxmlformats.org/officeDocument/2006/relationships/customXml" Target="../ink/ink58.xml"/><Relationship Id="rId123" Type="http://schemas.openxmlformats.org/officeDocument/2006/relationships/image" Target="../media/image93.png"/><Relationship Id="rId330" Type="http://schemas.openxmlformats.org/officeDocument/2006/relationships/image" Target="../media/image195.png"/><Relationship Id="rId165" Type="http://schemas.openxmlformats.org/officeDocument/2006/relationships/image" Target="../media/image114.png"/><Relationship Id="rId372" Type="http://schemas.openxmlformats.org/officeDocument/2006/relationships/image" Target="../media/image216.png"/><Relationship Id="rId428" Type="http://schemas.openxmlformats.org/officeDocument/2006/relationships/image" Target="../media/image244.png"/><Relationship Id="rId232" Type="http://schemas.openxmlformats.org/officeDocument/2006/relationships/image" Target="../media/image147.png"/><Relationship Id="rId274" Type="http://schemas.openxmlformats.org/officeDocument/2006/relationships/image" Target="../media/image168.png"/><Relationship Id="rId27" Type="http://schemas.openxmlformats.org/officeDocument/2006/relationships/image" Target="../media/image45.png"/><Relationship Id="rId69" Type="http://schemas.openxmlformats.org/officeDocument/2006/relationships/image" Target="../media/image66.png"/><Relationship Id="rId134" Type="http://schemas.openxmlformats.org/officeDocument/2006/relationships/customXml" Target="../ink/ink96.xml"/><Relationship Id="rId80" Type="http://schemas.openxmlformats.org/officeDocument/2006/relationships/customXml" Target="../ink/ink69.xml"/><Relationship Id="rId176" Type="http://schemas.openxmlformats.org/officeDocument/2006/relationships/customXml" Target="../ink/ink117.xml"/><Relationship Id="rId341" Type="http://schemas.openxmlformats.org/officeDocument/2006/relationships/customXml" Target="../ink/ink201.xml"/><Relationship Id="rId383" Type="http://schemas.openxmlformats.org/officeDocument/2006/relationships/customXml" Target="../ink/ink222.xml"/><Relationship Id="rId201" Type="http://schemas.openxmlformats.org/officeDocument/2006/relationships/customXml" Target="../ink/ink130.xml"/><Relationship Id="rId243" Type="http://schemas.openxmlformats.org/officeDocument/2006/relationships/customXml" Target="../ink/ink151.xml"/><Relationship Id="rId285" Type="http://schemas.openxmlformats.org/officeDocument/2006/relationships/customXml" Target="../ink/ink172.xml"/><Relationship Id="rId38" Type="http://schemas.openxmlformats.org/officeDocument/2006/relationships/customXml" Target="../ink/ink48.xml"/><Relationship Id="rId103" Type="http://schemas.openxmlformats.org/officeDocument/2006/relationships/image" Target="../media/image83.png"/><Relationship Id="rId310" Type="http://schemas.openxmlformats.org/officeDocument/2006/relationships/image" Target="../media/image185.png"/><Relationship Id="rId91" Type="http://schemas.openxmlformats.org/officeDocument/2006/relationships/image" Target="../media/image77.png"/><Relationship Id="rId145" Type="http://schemas.openxmlformats.org/officeDocument/2006/relationships/image" Target="../media/image104.png"/><Relationship Id="rId187" Type="http://schemas.openxmlformats.org/officeDocument/2006/relationships/customXml" Target="../ink/ink123.xml"/><Relationship Id="rId352" Type="http://schemas.openxmlformats.org/officeDocument/2006/relationships/image" Target="../media/image206.png"/><Relationship Id="rId394" Type="http://schemas.openxmlformats.org/officeDocument/2006/relationships/image" Target="../media/image227.png"/><Relationship Id="rId408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37.png"/><Relationship Id="rId233" Type="http://schemas.openxmlformats.org/officeDocument/2006/relationships/customXml" Target="../ink/ink146.xml"/><Relationship Id="rId254" Type="http://schemas.openxmlformats.org/officeDocument/2006/relationships/image" Target="../media/image158.png"/><Relationship Id="rId28" Type="http://schemas.openxmlformats.org/officeDocument/2006/relationships/customXml" Target="../ink/ink43.xml"/><Relationship Id="rId49" Type="http://schemas.openxmlformats.org/officeDocument/2006/relationships/image" Target="../media/image56.png"/><Relationship Id="rId114" Type="http://schemas.openxmlformats.org/officeDocument/2006/relationships/customXml" Target="../ink/ink86.xml"/><Relationship Id="rId275" Type="http://schemas.openxmlformats.org/officeDocument/2006/relationships/customXml" Target="../ink/ink167.xml"/><Relationship Id="rId296" Type="http://schemas.openxmlformats.org/officeDocument/2006/relationships/customXml" Target="../ink/ink178.xml"/><Relationship Id="rId300" Type="http://schemas.openxmlformats.org/officeDocument/2006/relationships/image" Target="../media/image180.png"/><Relationship Id="rId60" Type="http://schemas.openxmlformats.org/officeDocument/2006/relationships/customXml" Target="../ink/ink59.xml"/><Relationship Id="rId81" Type="http://schemas.openxmlformats.org/officeDocument/2006/relationships/image" Target="../media/image72.png"/><Relationship Id="rId135" Type="http://schemas.openxmlformats.org/officeDocument/2006/relationships/image" Target="../media/image99.png"/><Relationship Id="rId156" Type="http://schemas.openxmlformats.org/officeDocument/2006/relationships/customXml" Target="../ink/ink107.xml"/><Relationship Id="rId177" Type="http://schemas.openxmlformats.org/officeDocument/2006/relationships/image" Target="../media/image120.png"/><Relationship Id="rId198" Type="http://schemas.openxmlformats.org/officeDocument/2006/relationships/image" Target="../media/image130.png"/><Relationship Id="rId321" Type="http://schemas.openxmlformats.org/officeDocument/2006/relationships/customXml" Target="../ink/ink191.xml"/><Relationship Id="rId342" Type="http://schemas.openxmlformats.org/officeDocument/2006/relationships/image" Target="../media/image201.png"/><Relationship Id="rId363" Type="http://schemas.openxmlformats.org/officeDocument/2006/relationships/customXml" Target="../ink/ink212.xml"/><Relationship Id="rId384" Type="http://schemas.openxmlformats.org/officeDocument/2006/relationships/image" Target="../media/image222.png"/><Relationship Id="rId419" Type="http://schemas.openxmlformats.org/officeDocument/2006/relationships/customXml" Target="../ink/ink240.xml"/><Relationship Id="rId202" Type="http://schemas.openxmlformats.org/officeDocument/2006/relationships/image" Target="../media/image132.png"/><Relationship Id="rId223" Type="http://schemas.openxmlformats.org/officeDocument/2006/relationships/customXml" Target="../ink/ink141.xml"/><Relationship Id="rId244" Type="http://schemas.openxmlformats.org/officeDocument/2006/relationships/image" Target="../media/image153.png"/><Relationship Id="rId430" Type="http://schemas.openxmlformats.org/officeDocument/2006/relationships/image" Target="../media/image245.png"/><Relationship Id="rId18" Type="http://schemas.openxmlformats.org/officeDocument/2006/relationships/customXml" Target="../ink/ink38.xml"/><Relationship Id="rId39" Type="http://schemas.openxmlformats.org/officeDocument/2006/relationships/image" Target="../media/image51.png"/><Relationship Id="rId265" Type="http://schemas.openxmlformats.org/officeDocument/2006/relationships/customXml" Target="../ink/ink162.xml"/><Relationship Id="rId286" Type="http://schemas.openxmlformats.org/officeDocument/2006/relationships/image" Target="../media/image174.png"/><Relationship Id="rId50" Type="http://schemas.openxmlformats.org/officeDocument/2006/relationships/customXml" Target="../ink/ink54.xml"/><Relationship Id="rId104" Type="http://schemas.openxmlformats.org/officeDocument/2006/relationships/customXml" Target="../ink/ink81.xml"/><Relationship Id="rId125" Type="http://schemas.openxmlformats.org/officeDocument/2006/relationships/image" Target="../media/image94.png"/><Relationship Id="rId146" Type="http://schemas.openxmlformats.org/officeDocument/2006/relationships/customXml" Target="../ink/ink102.xml"/><Relationship Id="rId167" Type="http://schemas.openxmlformats.org/officeDocument/2006/relationships/image" Target="../media/image115.png"/><Relationship Id="rId188" Type="http://schemas.openxmlformats.org/officeDocument/2006/relationships/image" Target="../media/image125.png"/><Relationship Id="rId311" Type="http://schemas.openxmlformats.org/officeDocument/2006/relationships/customXml" Target="../ink/ink186.xml"/><Relationship Id="rId332" Type="http://schemas.openxmlformats.org/officeDocument/2006/relationships/image" Target="../media/image196.png"/><Relationship Id="rId353" Type="http://schemas.openxmlformats.org/officeDocument/2006/relationships/customXml" Target="../ink/ink207.xml"/><Relationship Id="rId374" Type="http://schemas.openxmlformats.org/officeDocument/2006/relationships/image" Target="../media/image217.png"/><Relationship Id="rId395" Type="http://schemas.openxmlformats.org/officeDocument/2006/relationships/customXml" Target="../ink/ink228.xml"/><Relationship Id="rId409" Type="http://schemas.openxmlformats.org/officeDocument/2006/relationships/customXml" Target="../ink/ink235.xml"/><Relationship Id="rId71" Type="http://schemas.openxmlformats.org/officeDocument/2006/relationships/image" Target="../media/image67.png"/><Relationship Id="rId92" Type="http://schemas.openxmlformats.org/officeDocument/2006/relationships/customXml" Target="../ink/ink75.xml"/><Relationship Id="rId213" Type="http://schemas.openxmlformats.org/officeDocument/2006/relationships/customXml" Target="../ink/ink136.xml"/><Relationship Id="rId234" Type="http://schemas.openxmlformats.org/officeDocument/2006/relationships/image" Target="../media/image148.png"/><Relationship Id="rId420" Type="http://schemas.openxmlformats.org/officeDocument/2006/relationships/image" Target="../media/image240.png"/><Relationship Id="rId2" Type="http://schemas.openxmlformats.org/officeDocument/2006/relationships/customXml" Target="../ink/ink30.xml"/><Relationship Id="rId29" Type="http://schemas.openxmlformats.org/officeDocument/2006/relationships/image" Target="../media/image46.png"/><Relationship Id="rId255" Type="http://schemas.openxmlformats.org/officeDocument/2006/relationships/customXml" Target="../ink/ink157.xml"/><Relationship Id="rId276" Type="http://schemas.openxmlformats.org/officeDocument/2006/relationships/image" Target="../media/image169.png"/><Relationship Id="rId297" Type="http://schemas.openxmlformats.org/officeDocument/2006/relationships/customXml" Target="../ink/ink179.xml"/><Relationship Id="rId40" Type="http://schemas.openxmlformats.org/officeDocument/2006/relationships/customXml" Target="../ink/ink49.xml"/><Relationship Id="rId115" Type="http://schemas.openxmlformats.org/officeDocument/2006/relationships/image" Target="../media/image89.png"/><Relationship Id="rId136" Type="http://schemas.openxmlformats.org/officeDocument/2006/relationships/customXml" Target="../ink/ink97.xml"/><Relationship Id="rId157" Type="http://schemas.openxmlformats.org/officeDocument/2006/relationships/image" Target="../media/image110.png"/><Relationship Id="rId178" Type="http://schemas.openxmlformats.org/officeDocument/2006/relationships/customXml" Target="../ink/ink118.xml"/><Relationship Id="rId301" Type="http://schemas.openxmlformats.org/officeDocument/2006/relationships/customXml" Target="../ink/ink181.xml"/><Relationship Id="rId322" Type="http://schemas.openxmlformats.org/officeDocument/2006/relationships/image" Target="../media/image191.png"/><Relationship Id="rId343" Type="http://schemas.openxmlformats.org/officeDocument/2006/relationships/customXml" Target="../ink/ink202.xml"/><Relationship Id="rId364" Type="http://schemas.openxmlformats.org/officeDocument/2006/relationships/image" Target="../media/image212.png"/><Relationship Id="rId61" Type="http://schemas.openxmlformats.org/officeDocument/2006/relationships/image" Target="../media/image62.png"/><Relationship Id="rId82" Type="http://schemas.openxmlformats.org/officeDocument/2006/relationships/customXml" Target="../ink/ink70.xml"/><Relationship Id="rId199" Type="http://schemas.openxmlformats.org/officeDocument/2006/relationships/customXml" Target="../ink/ink129.xml"/><Relationship Id="rId203" Type="http://schemas.openxmlformats.org/officeDocument/2006/relationships/customXml" Target="../ink/ink131.xml"/><Relationship Id="rId385" Type="http://schemas.openxmlformats.org/officeDocument/2006/relationships/customXml" Target="../ink/ink223.xml"/><Relationship Id="rId19" Type="http://schemas.openxmlformats.org/officeDocument/2006/relationships/image" Target="../media/image41.png"/><Relationship Id="rId224" Type="http://schemas.openxmlformats.org/officeDocument/2006/relationships/image" Target="../media/image143.png"/><Relationship Id="rId245" Type="http://schemas.openxmlformats.org/officeDocument/2006/relationships/customXml" Target="../ink/ink152.xml"/><Relationship Id="rId266" Type="http://schemas.openxmlformats.org/officeDocument/2006/relationships/image" Target="../media/image164.png"/><Relationship Id="rId287" Type="http://schemas.openxmlformats.org/officeDocument/2006/relationships/customXml" Target="../ink/ink173.xml"/><Relationship Id="rId410" Type="http://schemas.openxmlformats.org/officeDocument/2006/relationships/image" Target="../media/image235.png"/><Relationship Id="rId30" Type="http://schemas.openxmlformats.org/officeDocument/2006/relationships/customXml" Target="../ink/ink44.xml"/><Relationship Id="rId105" Type="http://schemas.openxmlformats.org/officeDocument/2006/relationships/image" Target="../media/image84.png"/><Relationship Id="rId126" Type="http://schemas.openxmlformats.org/officeDocument/2006/relationships/customXml" Target="../ink/ink92.xml"/><Relationship Id="rId147" Type="http://schemas.openxmlformats.org/officeDocument/2006/relationships/image" Target="../media/image105.png"/><Relationship Id="rId168" Type="http://schemas.openxmlformats.org/officeDocument/2006/relationships/customXml" Target="../ink/ink113.xml"/><Relationship Id="rId312" Type="http://schemas.openxmlformats.org/officeDocument/2006/relationships/image" Target="../media/image186.png"/><Relationship Id="rId333" Type="http://schemas.openxmlformats.org/officeDocument/2006/relationships/customXml" Target="../ink/ink197.xml"/><Relationship Id="rId354" Type="http://schemas.openxmlformats.org/officeDocument/2006/relationships/image" Target="../media/image207.png"/><Relationship Id="rId51" Type="http://schemas.openxmlformats.org/officeDocument/2006/relationships/image" Target="../media/image57.png"/><Relationship Id="rId72" Type="http://schemas.openxmlformats.org/officeDocument/2006/relationships/customXml" Target="../ink/ink65.xml"/><Relationship Id="rId93" Type="http://schemas.openxmlformats.org/officeDocument/2006/relationships/image" Target="../media/image78.png"/><Relationship Id="rId189" Type="http://schemas.openxmlformats.org/officeDocument/2006/relationships/customXml" Target="../ink/ink124.xml"/><Relationship Id="rId375" Type="http://schemas.openxmlformats.org/officeDocument/2006/relationships/customXml" Target="../ink/ink218.xml"/><Relationship Id="rId396" Type="http://schemas.openxmlformats.org/officeDocument/2006/relationships/image" Target="../media/image228.png"/><Relationship Id="rId3" Type="http://schemas.openxmlformats.org/officeDocument/2006/relationships/image" Target="../media/image33.png"/><Relationship Id="rId214" Type="http://schemas.openxmlformats.org/officeDocument/2006/relationships/image" Target="../media/image138.png"/><Relationship Id="rId235" Type="http://schemas.openxmlformats.org/officeDocument/2006/relationships/customXml" Target="../ink/ink147.xml"/><Relationship Id="rId256" Type="http://schemas.openxmlformats.org/officeDocument/2006/relationships/image" Target="../media/image159.png"/><Relationship Id="rId277" Type="http://schemas.openxmlformats.org/officeDocument/2006/relationships/customXml" Target="../ink/ink168.xml"/><Relationship Id="rId298" Type="http://schemas.openxmlformats.org/officeDocument/2006/relationships/image" Target="../media/image179.png"/><Relationship Id="rId400" Type="http://schemas.openxmlformats.org/officeDocument/2006/relationships/image" Target="../media/image230.png"/><Relationship Id="rId421" Type="http://schemas.openxmlformats.org/officeDocument/2006/relationships/customXml" Target="../ink/ink241.xml"/><Relationship Id="rId116" Type="http://schemas.openxmlformats.org/officeDocument/2006/relationships/customXml" Target="../ink/ink87.xml"/><Relationship Id="rId137" Type="http://schemas.openxmlformats.org/officeDocument/2006/relationships/image" Target="../media/image100.png"/><Relationship Id="rId158" Type="http://schemas.openxmlformats.org/officeDocument/2006/relationships/customXml" Target="../ink/ink108.xml"/><Relationship Id="rId302" Type="http://schemas.openxmlformats.org/officeDocument/2006/relationships/image" Target="../media/image181.png"/><Relationship Id="rId323" Type="http://schemas.openxmlformats.org/officeDocument/2006/relationships/customXml" Target="../ink/ink192.xml"/><Relationship Id="rId344" Type="http://schemas.openxmlformats.org/officeDocument/2006/relationships/image" Target="../media/image202.png"/><Relationship Id="rId20" Type="http://schemas.openxmlformats.org/officeDocument/2006/relationships/customXml" Target="../ink/ink39.xml"/><Relationship Id="rId41" Type="http://schemas.openxmlformats.org/officeDocument/2006/relationships/image" Target="../media/image52.png"/><Relationship Id="rId62" Type="http://schemas.openxmlformats.org/officeDocument/2006/relationships/customXml" Target="../ink/ink60.xml"/><Relationship Id="rId83" Type="http://schemas.openxmlformats.org/officeDocument/2006/relationships/image" Target="../media/image73.png"/><Relationship Id="rId179" Type="http://schemas.openxmlformats.org/officeDocument/2006/relationships/customXml" Target="../ink/ink119.xml"/><Relationship Id="rId365" Type="http://schemas.openxmlformats.org/officeDocument/2006/relationships/customXml" Target="../ink/ink213.xml"/><Relationship Id="rId386" Type="http://schemas.openxmlformats.org/officeDocument/2006/relationships/image" Target="../media/image223.png"/><Relationship Id="rId190" Type="http://schemas.openxmlformats.org/officeDocument/2006/relationships/image" Target="../media/image126.png"/><Relationship Id="rId204" Type="http://schemas.openxmlformats.org/officeDocument/2006/relationships/image" Target="../media/image133.png"/><Relationship Id="rId225" Type="http://schemas.openxmlformats.org/officeDocument/2006/relationships/customXml" Target="../ink/ink142.xml"/><Relationship Id="rId246" Type="http://schemas.openxmlformats.org/officeDocument/2006/relationships/image" Target="../media/image154.png"/><Relationship Id="rId267" Type="http://schemas.openxmlformats.org/officeDocument/2006/relationships/customXml" Target="../ink/ink163.xml"/><Relationship Id="rId288" Type="http://schemas.openxmlformats.org/officeDocument/2006/relationships/image" Target="../media/image175.png"/><Relationship Id="rId411" Type="http://schemas.openxmlformats.org/officeDocument/2006/relationships/customXml" Target="../ink/ink236.xml"/><Relationship Id="rId106" Type="http://schemas.openxmlformats.org/officeDocument/2006/relationships/customXml" Target="../ink/ink82.xml"/><Relationship Id="rId127" Type="http://schemas.openxmlformats.org/officeDocument/2006/relationships/image" Target="../media/image95.png"/><Relationship Id="rId313" Type="http://schemas.openxmlformats.org/officeDocument/2006/relationships/customXml" Target="../ink/ink187.xml"/><Relationship Id="rId10" Type="http://schemas.openxmlformats.org/officeDocument/2006/relationships/customXml" Target="../ink/ink34.xml"/><Relationship Id="rId31" Type="http://schemas.openxmlformats.org/officeDocument/2006/relationships/image" Target="../media/image47.png"/><Relationship Id="rId52" Type="http://schemas.openxmlformats.org/officeDocument/2006/relationships/customXml" Target="../ink/ink55.xml"/><Relationship Id="rId73" Type="http://schemas.openxmlformats.org/officeDocument/2006/relationships/image" Target="../media/image68.png"/><Relationship Id="rId94" Type="http://schemas.openxmlformats.org/officeDocument/2006/relationships/customXml" Target="../ink/ink76.xml"/><Relationship Id="rId148" Type="http://schemas.openxmlformats.org/officeDocument/2006/relationships/customXml" Target="../ink/ink103.xml"/><Relationship Id="rId169" Type="http://schemas.openxmlformats.org/officeDocument/2006/relationships/image" Target="../media/image116.png"/><Relationship Id="rId334" Type="http://schemas.openxmlformats.org/officeDocument/2006/relationships/image" Target="../media/image197.png"/><Relationship Id="rId355" Type="http://schemas.openxmlformats.org/officeDocument/2006/relationships/customXml" Target="../ink/ink208.xml"/><Relationship Id="rId376" Type="http://schemas.openxmlformats.org/officeDocument/2006/relationships/image" Target="../media/image218.png"/><Relationship Id="rId397" Type="http://schemas.openxmlformats.org/officeDocument/2006/relationships/customXml" Target="../ink/ink229.xml"/><Relationship Id="rId4" Type="http://schemas.openxmlformats.org/officeDocument/2006/relationships/customXml" Target="../ink/ink31.xml"/><Relationship Id="rId180" Type="http://schemas.openxmlformats.org/officeDocument/2006/relationships/image" Target="../media/image121.png"/><Relationship Id="rId215" Type="http://schemas.openxmlformats.org/officeDocument/2006/relationships/customXml" Target="../ink/ink137.xml"/><Relationship Id="rId236" Type="http://schemas.openxmlformats.org/officeDocument/2006/relationships/image" Target="../media/image149.png"/><Relationship Id="rId257" Type="http://schemas.openxmlformats.org/officeDocument/2006/relationships/customXml" Target="../ink/ink158.xml"/><Relationship Id="rId278" Type="http://schemas.openxmlformats.org/officeDocument/2006/relationships/image" Target="../media/image170.png"/><Relationship Id="rId401" Type="http://schemas.openxmlformats.org/officeDocument/2006/relationships/customXml" Target="../ink/ink231.xml"/><Relationship Id="rId422" Type="http://schemas.openxmlformats.org/officeDocument/2006/relationships/image" Target="../media/image241.png"/><Relationship Id="rId303" Type="http://schemas.openxmlformats.org/officeDocument/2006/relationships/customXml" Target="../ink/ink182.xml"/><Relationship Id="rId42" Type="http://schemas.openxmlformats.org/officeDocument/2006/relationships/customXml" Target="../ink/ink50.xml"/><Relationship Id="rId84" Type="http://schemas.openxmlformats.org/officeDocument/2006/relationships/customXml" Target="../ink/ink71.xml"/><Relationship Id="rId138" Type="http://schemas.openxmlformats.org/officeDocument/2006/relationships/customXml" Target="../ink/ink98.xml"/><Relationship Id="rId345" Type="http://schemas.openxmlformats.org/officeDocument/2006/relationships/customXml" Target="../ink/ink203.xml"/><Relationship Id="rId387" Type="http://schemas.openxmlformats.org/officeDocument/2006/relationships/customXml" Target="../ink/ink224.xml"/><Relationship Id="rId191" Type="http://schemas.openxmlformats.org/officeDocument/2006/relationships/customXml" Target="../ink/ink125.xml"/><Relationship Id="rId205" Type="http://schemas.openxmlformats.org/officeDocument/2006/relationships/customXml" Target="../ink/ink132.xml"/><Relationship Id="rId247" Type="http://schemas.openxmlformats.org/officeDocument/2006/relationships/customXml" Target="../ink/ink153.xml"/><Relationship Id="rId412" Type="http://schemas.openxmlformats.org/officeDocument/2006/relationships/image" Target="../media/image236.png"/><Relationship Id="rId107" Type="http://schemas.openxmlformats.org/officeDocument/2006/relationships/image" Target="../media/image85.png"/><Relationship Id="rId289" Type="http://schemas.openxmlformats.org/officeDocument/2006/relationships/customXml" Target="../ink/ink174.xml"/><Relationship Id="rId11" Type="http://schemas.openxmlformats.org/officeDocument/2006/relationships/image" Target="../media/image37.png"/><Relationship Id="rId53" Type="http://schemas.openxmlformats.org/officeDocument/2006/relationships/image" Target="../media/image58.png"/><Relationship Id="rId149" Type="http://schemas.openxmlformats.org/officeDocument/2006/relationships/image" Target="../media/image106.png"/><Relationship Id="rId314" Type="http://schemas.openxmlformats.org/officeDocument/2006/relationships/image" Target="../media/image187.png"/><Relationship Id="rId356" Type="http://schemas.openxmlformats.org/officeDocument/2006/relationships/image" Target="../media/image208.png"/><Relationship Id="rId398" Type="http://schemas.openxmlformats.org/officeDocument/2006/relationships/image" Target="../media/image229.png"/><Relationship Id="rId95" Type="http://schemas.openxmlformats.org/officeDocument/2006/relationships/image" Target="../media/image79.png"/><Relationship Id="rId160" Type="http://schemas.openxmlformats.org/officeDocument/2006/relationships/customXml" Target="../ink/ink109.xml"/><Relationship Id="rId216" Type="http://schemas.openxmlformats.org/officeDocument/2006/relationships/image" Target="../media/image139.png"/><Relationship Id="rId423" Type="http://schemas.openxmlformats.org/officeDocument/2006/relationships/customXml" Target="../ink/ink242.xml"/><Relationship Id="rId258" Type="http://schemas.openxmlformats.org/officeDocument/2006/relationships/image" Target="../media/image160.png"/><Relationship Id="rId22" Type="http://schemas.openxmlformats.org/officeDocument/2006/relationships/customXml" Target="../ink/ink40.xml"/><Relationship Id="rId64" Type="http://schemas.openxmlformats.org/officeDocument/2006/relationships/customXml" Target="../ink/ink61.xml"/><Relationship Id="rId118" Type="http://schemas.openxmlformats.org/officeDocument/2006/relationships/customXml" Target="../ink/ink88.xml"/><Relationship Id="rId325" Type="http://schemas.openxmlformats.org/officeDocument/2006/relationships/customXml" Target="../ink/ink193.xml"/><Relationship Id="rId367" Type="http://schemas.openxmlformats.org/officeDocument/2006/relationships/customXml" Target="../ink/ink214.xml"/><Relationship Id="rId171" Type="http://schemas.openxmlformats.org/officeDocument/2006/relationships/image" Target="../media/image117.png"/><Relationship Id="rId227" Type="http://schemas.openxmlformats.org/officeDocument/2006/relationships/customXml" Target="../ink/ink143.xml"/><Relationship Id="rId269" Type="http://schemas.openxmlformats.org/officeDocument/2006/relationships/customXml" Target="../ink/ink164.xml"/><Relationship Id="rId33" Type="http://schemas.openxmlformats.org/officeDocument/2006/relationships/image" Target="../media/image48.png"/><Relationship Id="rId129" Type="http://schemas.openxmlformats.org/officeDocument/2006/relationships/image" Target="../media/image96.png"/><Relationship Id="rId280" Type="http://schemas.openxmlformats.org/officeDocument/2006/relationships/image" Target="../media/image171.png"/><Relationship Id="rId336" Type="http://schemas.openxmlformats.org/officeDocument/2006/relationships/image" Target="../media/image198.png"/><Relationship Id="rId75" Type="http://schemas.openxmlformats.org/officeDocument/2006/relationships/image" Target="../media/image69.png"/><Relationship Id="rId140" Type="http://schemas.openxmlformats.org/officeDocument/2006/relationships/customXml" Target="../ink/ink99.xml"/><Relationship Id="rId182" Type="http://schemas.openxmlformats.org/officeDocument/2006/relationships/image" Target="../media/image122.png"/><Relationship Id="rId378" Type="http://schemas.openxmlformats.org/officeDocument/2006/relationships/image" Target="../media/image219.png"/><Relationship Id="rId403" Type="http://schemas.openxmlformats.org/officeDocument/2006/relationships/customXml" Target="../ink/ink232.xml"/><Relationship Id="rId6" Type="http://schemas.openxmlformats.org/officeDocument/2006/relationships/customXml" Target="../ink/ink32.xml"/><Relationship Id="rId238" Type="http://schemas.openxmlformats.org/officeDocument/2006/relationships/image" Target="../media/image150.png"/><Relationship Id="rId291" Type="http://schemas.openxmlformats.org/officeDocument/2006/relationships/image" Target="../media/image176.png"/><Relationship Id="rId305" Type="http://schemas.openxmlformats.org/officeDocument/2006/relationships/customXml" Target="../ink/ink183.xml"/><Relationship Id="rId347" Type="http://schemas.openxmlformats.org/officeDocument/2006/relationships/customXml" Target="../ink/ink204.xml"/><Relationship Id="rId44" Type="http://schemas.openxmlformats.org/officeDocument/2006/relationships/customXml" Target="../ink/ink51.xml"/><Relationship Id="rId86" Type="http://schemas.openxmlformats.org/officeDocument/2006/relationships/customXml" Target="../ink/ink72.xml"/><Relationship Id="rId151" Type="http://schemas.openxmlformats.org/officeDocument/2006/relationships/image" Target="../media/image107.png"/><Relationship Id="rId389" Type="http://schemas.openxmlformats.org/officeDocument/2006/relationships/customXml" Target="../ink/ink225.xml"/><Relationship Id="rId193" Type="http://schemas.openxmlformats.org/officeDocument/2006/relationships/customXml" Target="../ink/ink126.xml"/><Relationship Id="rId207" Type="http://schemas.openxmlformats.org/officeDocument/2006/relationships/customXml" Target="../ink/ink133.xml"/><Relationship Id="rId249" Type="http://schemas.openxmlformats.org/officeDocument/2006/relationships/customXml" Target="../ink/ink154.xml"/><Relationship Id="rId414" Type="http://schemas.openxmlformats.org/officeDocument/2006/relationships/image" Target="../media/image237.png"/><Relationship Id="rId13" Type="http://schemas.openxmlformats.org/officeDocument/2006/relationships/image" Target="../media/image38.png"/><Relationship Id="rId109" Type="http://schemas.openxmlformats.org/officeDocument/2006/relationships/image" Target="../media/image86.png"/><Relationship Id="rId260" Type="http://schemas.openxmlformats.org/officeDocument/2006/relationships/image" Target="../media/image161.png"/><Relationship Id="rId316" Type="http://schemas.openxmlformats.org/officeDocument/2006/relationships/image" Target="../media/image188.png"/><Relationship Id="rId55" Type="http://schemas.openxmlformats.org/officeDocument/2006/relationships/image" Target="../media/image59.png"/><Relationship Id="rId97" Type="http://schemas.openxmlformats.org/officeDocument/2006/relationships/image" Target="../media/image80.png"/><Relationship Id="rId120" Type="http://schemas.openxmlformats.org/officeDocument/2006/relationships/customXml" Target="../ink/ink89.xml"/><Relationship Id="rId358" Type="http://schemas.openxmlformats.org/officeDocument/2006/relationships/image" Target="../media/image209.png"/><Relationship Id="rId162" Type="http://schemas.openxmlformats.org/officeDocument/2006/relationships/customXml" Target="../ink/ink110.xml"/><Relationship Id="rId218" Type="http://schemas.openxmlformats.org/officeDocument/2006/relationships/image" Target="../media/image140.png"/><Relationship Id="rId425" Type="http://schemas.openxmlformats.org/officeDocument/2006/relationships/customXml" Target="../ink/ink243.xml"/><Relationship Id="rId271" Type="http://schemas.openxmlformats.org/officeDocument/2006/relationships/customXml" Target="../ink/ink165.xml"/><Relationship Id="rId24" Type="http://schemas.openxmlformats.org/officeDocument/2006/relationships/customXml" Target="../ink/ink41.xml"/><Relationship Id="rId66" Type="http://schemas.openxmlformats.org/officeDocument/2006/relationships/customXml" Target="../ink/ink62.xml"/><Relationship Id="rId131" Type="http://schemas.openxmlformats.org/officeDocument/2006/relationships/image" Target="../media/image97.png"/><Relationship Id="rId327" Type="http://schemas.openxmlformats.org/officeDocument/2006/relationships/customXml" Target="../ink/ink194.xml"/><Relationship Id="rId369" Type="http://schemas.openxmlformats.org/officeDocument/2006/relationships/customXml" Target="../ink/ink215.xml"/><Relationship Id="rId173" Type="http://schemas.openxmlformats.org/officeDocument/2006/relationships/image" Target="../media/image118.png"/><Relationship Id="rId229" Type="http://schemas.openxmlformats.org/officeDocument/2006/relationships/customXml" Target="../ink/ink144.xml"/><Relationship Id="rId380" Type="http://schemas.openxmlformats.org/officeDocument/2006/relationships/image" Target="../media/image220.png"/><Relationship Id="rId240" Type="http://schemas.openxmlformats.org/officeDocument/2006/relationships/image" Target="../media/image151.png"/><Relationship Id="rId35" Type="http://schemas.openxmlformats.org/officeDocument/2006/relationships/image" Target="../media/image49.png"/><Relationship Id="rId77" Type="http://schemas.openxmlformats.org/officeDocument/2006/relationships/image" Target="../media/image70.png"/><Relationship Id="rId100" Type="http://schemas.openxmlformats.org/officeDocument/2006/relationships/customXml" Target="../ink/ink79.xml"/><Relationship Id="rId282" Type="http://schemas.openxmlformats.org/officeDocument/2006/relationships/image" Target="../media/image172.png"/><Relationship Id="rId338" Type="http://schemas.openxmlformats.org/officeDocument/2006/relationships/image" Target="../media/image199.png"/><Relationship Id="rId8" Type="http://schemas.openxmlformats.org/officeDocument/2006/relationships/customXml" Target="../ink/ink33.xml"/><Relationship Id="rId142" Type="http://schemas.openxmlformats.org/officeDocument/2006/relationships/customXml" Target="../ink/ink100.xml"/><Relationship Id="rId184" Type="http://schemas.openxmlformats.org/officeDocument/2006/relationships/image" Target="../media/image123.png"/><Relationship Id="rId391" Type="http://schemas.openxmlformats.org/officeDocument/2006/relationships/customXml" Target="../ink/ink226.xml"/><Relationship Id="rId405" Type="http://schemas.openxmlformats.org/officeDocument/2006/relationships/customXml" Target="../ink/ink233.xml"/><Relationship Id="rId251" Type="http://schemas.openxmlformats.org/officeDocument/2006/relationships/customXml" Target="../ink/ink155.xml"/><Relationship Id="rId46" Type="http://schemas.openxmlformats.org/officeDocument/2006/relationships/customXml" Target="../ink/ink52.xml"/><Relationship Id="rId293" Type="http://schemas.openxmlformats.org/officeDocument/2006/relationships/image" Target="../media/image177.png"/><Relationship Id="rId307" Type="http://schemas.openxmlformats.org/officeDocument/2006/relationships/customXml" Target="../ink/ink184.xml"/><Relationship Id="rId349" Type="http://schemas.openxmlformats.org/officeDocument/2006/relationships/customXml" Target="../ink/ink205.xml"/><Relationship Id="rId88" Type="http://schemas.openxmlformats.org/officeDocument/2006/relationships/customXml" Target="../ink/ink73.xml"/><Relationship Id="rId111" Type="http://schemas.openxmlformats.org/officeDocument/2006/relationships/image" Target="../media/image87.png"/><Relationship Id="rId153" Type="http://schemas.openxmlformats.org/officeDocument/2006/relationships/image" Target="../media/image108.png"/><Relationship Id="rId195" Type="http://schemas.openxmlformats.org/officeDocument/2006/relationships/customXml" Target="../ink/ink127.xml"/><Relationship Id="rId209" Type="http://schemas.openxmlformats.org/officeDocument/2006/relationships/customXml" Target="../ink/ink134.xml"/><Relationship Id="rId360" Type="http://schemas.openxmlformats.org/officeDocument/2006/relationships/image" Target="../media/image210.png"/><Relationship Id="rId416" Type="http://schemas.openxmlformats.org/officeDocument/2006/relationships/image" Target="../media/image238.png"/><Relationship Id="rId220" Type="http://schemas.openxmlformats.org/officeDocument/2006/relationships/image" Target="../media/image141.png"/><Relationship Id="rId15" Type="http://schemas.openxmlformats.org/officeDocument/2006/relationships/image" Target="../media/image39.png"/><Relationship Id="rId57" Type="http://schemas.openxmlformats.org/officeDocument/2006/relationships/image" Target="../media/image60.png"/><Relationship Id="rId262" Type="http://schemas.openxmlformats.org/officeDocument/2006/relationships/image" Target="../media/image162.png"/><Relationship Id="rId318" Type="http://schemas.openxmlformats.org/officeDocument/2006/relationships/image" Target="../media/image189.png"/><Relationship Id="rId99" Type="http://schemas.openxmlformats.org/officeDocument/2006/relationships/image" Target="../media/image81.png"/><Relationship Id="rId122" Type="http://schemas.openxmlformats.org/officeDocument/2006/relationships/customXml" Target="../ink/ink90.xml"/><Relationship Id="rId164" Type="http://schemas.openxmlformats.org/officeDocument/2006/relationships/customXml" Target="../ink/ink111.xml"/><Relationship Id="rId371" Type="http://schemas.openxmlformats.org/officeDocument/2006/relationships/customXml" Target="../ink/ink216.xml"/><Relationship Id="rId427" Type="http://schemas.openxmlformats.org/officeDocument/2006/relationships/customXml" Target="../ink/ink244.xml"/><Relationship Id="rId26" Type="http://schemas.openxmlformats.org/officeDocument/2006/relationships/customXml" Target="../ink/ink42.xml"/><Relationship Id="rId231" Type="http://schemas.openxmlformats.org/officeDocument/2006/relationships/customXml" Target="../ink/ink145.xml"/><Relationship Id="rId273" Type="http://schemas.openxmlformats.org/officeDocument/2006/relationships/customXml" Target="../ink/ink166.xml"/><Relationship Id="rId329" Type="http://schemas.openxmlformats.org/officeDocument/2006/relationships/customXml" Target="../ink/ink195.xml"/><Relationship Id="rId68" Type="http://schemas.openxmlformats.org/officeDocument/2006/relationships/customXml" Target="../ink/ink63.xml"/><Relationship Id="rId133" Type="http://schemas.openxmlformats.org/officeDocument/2006/relationships/image" Target="../media/image98.png"/><Relationship Id="rId175" Type="http://schemas.openxmlformats.org/officeDocument/2006/relationships/image" Target="../media/image119.png"/><Relationship Id="rId340" Type="http://schemas.openxmlformats.org/officeDocument/2006/relationships/image" Target="../media/image200.png"/><Relationship Id="rId200" Type="http://schemas.openxmlformats.org/officeDocument/2006/relationships/image" Target="../media/image131.png"/><Relationship Id="rId382" Type="http://schemas.openxmlformats.org/officeDocument/2006/relationships/image" Target="../media/image221.png"/><Relationship Id="rId242" Type="http://schemas.openxmlformats.org/officeDocument/2006/relationships/image" Target="../media/image152.png"/><Relationship Id="rId284" Type="http://schemas.openxmlformats.org/officeDocument/2006/relationships/image" Target="../media/image173.png"/><Relationship Id="rId37" Type="http://schemas.openxmlformats.org/officeDocument/2006/relationships/image" Target="../media/image50.png"/><Relationship Id="rId79" Type="http://schemas.openxmlformats.org/officeDocument/2006/relationships/image" Target="../media/image71.png"/><Relationship Id="rId102" Type="http://schemas.openxmlformats.org/officeDocument/2006/relationships/customXml" Target="../ink/ink80.xml"/><Relationship Id="rId144" Type="http://schemas.openxmlformats.org/officeDocument/2006/relationships/customXml" Target="../ink/ink101.xml"/><Relationship Id="rId90" Type="http://schemas.openxmlformats.org/officeDocument/2006/relationships/customXml" Target="../ink/ink74.xml"/><Relationship Id="rId186" Type="http://schemas.openxmlformats.org/officeDocument/2006/relationships/image" Target="../media/image124.png"/><Relationship Id="rId351" Type="http://schemas.openxmlformats.org/officeDocument/2006/relationships/customXml" Target="../ink/ink206.xml"/><Relationship Id="rId393" Type="http://schemas.openxmlformats.org/officeDocument/2006/relationships/customXml" Target="../ink/ink227.xml"/><Relationship Id="rId407" Type="http://schemas.openxmlformats.org/officeDocument/2006/relationships/customXml" Target="../ink/ink234.xml"/><Relationship Id="rId211" Type="http://schemas.openxmlformats.org/officeDocument/2006/relationships/customXml" Target="../ink/ink135.xml"/><Relationship Id="rId253" Type="http://schemas.openxmlformats.org/officeDocument/2006/relationships/customXml" Target="../ink/ink156.xml"/><Relationship Id="rId295" Type="http://schemas.openxmlformats.org/officeDocument/2006/relationships/image" Target="../media/image178.png"/><Relationship Id="rId309" Type="http://schemas.openxmlformats.org/officeDocument/2006/relationships/customXml" Target="../ink/ink185.xml"/><Relationship Id="rId48" Type="http://schemas.openxmlformats.org/officeDocument/2006/relationships/customXml" Target="../ink/ink53.xml"/><Relationship Id="rId113" Type="http://schemas.openxmlformats.org/officeDocument/2006/relationships/image" Target="../media/image88.png"/><Relationship Id="rId320" Type="http://schemas.openxmlformats.org/officeDocument/2006/relationships/image" Target="../media/image190.png"/><Relationship Id="rId155" Type="http://schemas.openxmlformats.org/officeDocument/2006/relationships/image" Target="../media/image109.png"/><Relationship Id="rId197" Type="http://schemas.openxmlformats.org/officeDocument/2006/relationships/customXml" Target="../ink/ink128.xml"/><Relationship Id="rId362" Type="http://schemas.openxmlformats.org/officeDocument/2006/relationships/image" Target="../media/image211.png"/><Relationship Id="rId418" Type="http://schemas.openxmlformats.org/officeDocument/2006/relationships/image" Target="../media/image239.png"/><Relationship Id="rId222" Type="http://schemas.openxmlformats.org/officeDocument/2006/relationships/image" Target="../media/image142.png"/><Relationship Id="rId264" Type="http://schemas.openxmlformats.org/officeDocument/2006/relationships/image" Target="../media/image163.png"/><Relationship Id="rId17" Type="http://schemas.openxmlformats.org/officeDocument/2006/relationships/image" Target="../media/image40.png"/><Relationship Id="rId59" Type="http://schemas.openxmlformats.org/officeDocument/2006/relationships/image" Target="../media/image61.png"/><Relationship Id="rId124" Type="http://schemas.openxmlformats.org/officeDocument/2006/relationships/customXml" Target="../ink/ink91.xml"/><Relationship Id="rId70" Type="http://schemas.openxmlformats.org/officeDocument/2006/relationships/customXml" Target="../ink/ink64.xml"/><Relationship Id="rId166" Type="http://schemas.openxmlformats.org/officeDocument/2006/relationships/customXml" Target="../ink/ink112.xml"/><Relationship Id="rId331" Type="http://schemas.openxmlformats.org/officeDocument/2006/relationships/customXml" Target="../ink/ink196.xml"/><Relationship Id="rId373" Type="http://schemas.openxmlformats.org/officeDocument/2006/relationships/customXml" Target="../ink/ink217.xml"/><Relationship Id="rId429" Type="http://schemas.openxmlformats.org/officeDocument/2006/relationships/customXml" Target="../ink/ink245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8.xml"/><Relationship Id="rId21" Type="http://schemas.openxmlformats.org/officeDocument/2006/relationships/image" Target="../media/image255.png"/><Relationship Id="rId42" Type="http://schemas.openxmlformats.org/officeDocument/2006/relationships/customXml" Target="../ink/ink266.xml"/><Relationship Id="rId47" Type="http://schemas.openxmlformats.org/officeDocument/2006/relationships/image" Target="../media/image266.png"/><Relationship Id="rId63" Type="http://schemas.openxmlformats.org/officeDocument/2006/relationships/customXml" Target="../ink/ink277.xml"/><Relationship Id="rId68" Type="http://schemas.openxmlformats.org/officeDocument/2006/relationships/image" Target="../media/image276.png"/><Relationship Id="rId2" Type="http://schemas.openxmlformats.org/officeDocument/2006/relationships/customXml" Target="../ink/ink246.xml"/><Relationship Id="rId16" Type="http://schemas.openxmlformats.org/officeDocument/2006/relationships/customXml" Target="../ink/ink253.xml"/><Relationship Id="rId29" Type="http://schemas.openxmlformats.org/officeDocument/2006/relationships/image" Target="../media/image171.png"/><Relationship Id="rId11" Type="http://schemas.openxmlformats.org/officeDocument/2006/relationships/image" Target="../media/image250.png"/><Relationship Id="rId24" Type="http://schemas.openxmlformats.org/officeDocument/2006/relationships/customXml" Target="../ink/ink257.xml"/><Relationship Id="rId32" Type="http://schemas.openxmlformats.org/officeDocument/2006/relationships/customXml" Target="../ink/ink261.xml"/><Relationship Id="rId37" Type="http://schemas.openxmlformats.org/officeDocument/2006/relationships/image" Target="../media/image261.png"/><Relationship Id="rId40" Type="http://schemas.openxmlformats.org/officeDocument/2006/relationships/customXml" Target="../ink/ink265.xml"/><Relationship Id="rId45" Type="http://schemas.openxmlformats.org/officeDocument/2006/relationships/image" Target="../media/image265.png"/><Relationship Id="rId53" Type="http://schemas.openxmlformats.org/officeDocument/2006/relationships/customXml" Target="../ink/ink272.xml"/><Relationship Id="rId58" Type="http://schemas.openxmlformats.org/officeDocument/2006/relationships/image" Target="../media/image271.png"/><Relationship Id="rId66" Type="http://schemas.openxmlformats.org/officeDocument/2006/relationships/image" Target="../media/image275.png"/><Relationship Id="rId74" Type="http://schemas.openxmlformats.org/officeDocument/2006/relationships/image" Target="../media/image279.png"/><Relationship Id="rId5" Type="http://schemas.openxmlformats.org/officeDocument/2006/relationships/image" Target="../media/image247.png"/><Relationship Id="rId61" Type="http://schemas.openxmlformats.org/officeDocument/2006/relationships/customXml" Target="../ink/ink276.xml"/><Relationship Id="rId19" Type="http://schemas.openxmlformats.org/officeDocument/2006/relationships/image" Target="../media/image254.png"/><Relationship Id="rId14" Type="http://schemas.openxmlformats.org/officeDocument/2006/relationships/customXml" Target="../ink/ink252.xml"/><Relationship Id="rId22" Type="http://schemas.openxmlformats.org/officeDocument/2006/relationships/customXml" Target="../ink/ink256.xml"/><Relationship Id="rId27" Type="http://schemas.openxmlformats.org/officeDocument/2006/relationships/image" Target="../media/image172.png"/><Relationship Id="rId30" Type="http://schemas.openxmlformats.org/officeDocument/2006/relationships/customXml" Target="../ink/ink260.xml"/><Relationship Id="rId35" Type="http://schemas.openxmlformats.org/officeDocument/2006/relationships/image" Target="../media/image260.png"/><Relationship Id="rId43" Type="http://schemas.openxmlformats.org/officeDocument/2006/relationships/image" Target="../media/image264.png"/><Relationship Id="rId48" Type="http://schemas.openxmlformats.org/officeDocument/2006/relationships/customXml" Target="../ink/ink269.xml"/><Relationship Id="rId56" Type="http://schemas.openxmlformats.org/officeDocument/2006/relationships/image" Target="../media/image270.png"/><Relationship Id="rId64" Type="http://schemas.openxmlformats.org/officeDocument/2006/relationships/image" Target="../media/image274.png"/><Relationship Id="rId69" Type="http://schemas.openxmlformats.org/officeDocument/2006/relationships/customXml" Target="../ink/ink280.xml"/><Relationship Id="rId8" Type="http://schemas.openxmlformats.org/officeDocument/2006/relationships/customXml" Target="../ink/ink249.xml"/><Relationship Id="rId51" Type="http://schemas.openxmlformats.org/officeDocument/2006/relationships/customXml" Target="../ink/ink271.xml"/><Relationship Id="rId72" Type="http://schemas.openxmlformats.org/officeDocument/2006/relationships/image" Target="../media/image278.png"/><Relationship Id="rId3" Type="http://schemas.openxmlformats.org/officeDocument/2006/relationships/image" Target="../media/image246.png"/><Relationship Id="rId12" Type="http://schemas.openxmlformats.org/officeDocument/2006/relationships/customXml" Target="../ink/ink251.xml"/><Relationship Id="rId17" Type="http://schemas.openxmlformats.org/officeDocument/2006/relationships/image" Target="../media/image253.png"/><Relationship Id="rId25" Type="http://schemas.openxmlformats.org/officeDocument/2006/relationships/image" Target="../media/image257.png"/><Relationship Id="rId33" Type="http://schemas.openxmlformats.org/officeDocument/2006/relationships/image" Target="../media/image259.png"/><Relationship Id="rId38" Type="http://schemas.openxmlformats.org/officeDocument/2006/relationships/customXml" Target="../ink/ink264.xml"/><Relationship Id="rId46" Type="http://schemas.openxmlformats.org/officeDocument/2006/relationships/customXml" Target="../ink/ink268.xml"/><Relationship Id="rId59" Type="http://schemas.openxmlformats.org/officeDocument/2006/relationships/customXml" Target="../ink/ink275.xml"/><Relationship Id="rId67" Type="http://schemas.openxmlformats.org/officeDocument/2006/relationships/customXml" Target="../ink/ink279.xml"/><Relationship Id="rId20" Type="http://schemas.openxmlformats.org/officeDocument/2006/relationships/customXml" Target="../ink/ink255.xml"/><Relationship Id="rId41" Type="http://schemas.openxmlformats.org/officeDocument/2006/relationships/image" Target="../media/image263.png"/><Relationship Id="rId54" Type="http://schemas.openxmlformats.org/officeDocument/2006/relationships/image" Target="../media/image269.png"/><Relationship Id="rId62" Type="http://schemas.openxmlformats.org/officeDocument/2006/relationships/image" Target="../media/image273.png"/><Relationship Id="rId70" Type="http://schemas.openxmlformats.org/officeDocument/2006/relationships/image" Target="../media/image27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8.xml"/><Relationship Id="rId15" Type="http://schemas.openxmlformats.org/officeDocument/2006/relationships/image" Target="../media/image252.png"/><Relationship Id="rId23" Type="http://schemas.openxmlformats.org/officeDocument/2006/relationships/image" Target="../media/image256.png"/><Relationship Id="rId28" Type="http://schemas.openxmlformats.org/officeDocument/2006/relationships/customXml" Target="../ink/ink259.xml"/><Relationship Id="rId36" Type="http://schemas.openxmlformats.org/officeDocument/2006/relationships/customXml" Target="../ink/ink263.xml"/><Relationship Id="rId49" Type="http://schemas.openxmlformats.org/officeDocument/2006/relationships/image" Target="../media/image267.png"/><Relationship Id="rId57" Type="http://schemas.openxmlformats.org/officeDocument/2006/relationships/customXml" Target="../ink/ink274.xml"/><Relationship Id="rId10" Type="http://schemas.openxmlformats.org/officeDocument/2006/relationships/customXml" Target="../ink/ink250.xml"/><Relationship Id="rId31" Type="http://schemas.openxmlformats.org/officeDocument/2006/relationships/image" Target="../media/image258.png"/><Relationship Id="rId44" Type="http://schemas.openxmlformats.org/officeDocument/2006/relationships/customXml" Target="../ink/ink267.xml"/><Relationship Id="rId52" Type="http://schemas.openxmlformats.org/officeDocument/2006/relationships/image" Target="../media/image268.png"/><Relationship Id="rId60" Type="http://schemas.openxmlformats.org/officeDocument/2006/relationships/image" Target="../media/image272.png"/><Relationship Id="rId65" Type="http://schemas.openxmlformats.org/officeDocument/2006/relationships/customXml" Target="../ink/ink278.xml"/><Relationship Id="rId73" Type="http://schemas.openxmlformats.org/officeDocument/2006/relationships/customXml" Target="../ink/ink282.xml"/><Relationship Id="rId4" Type="http://schemas.openxmlformats.org/officeDocument/2006/relationships/customXml" Target="../ink/ink247.xml"/><Relationship Id="rId9" Type="http://schemas.openxmlformats.org/officeDocument/2006/relationships/image" Target="../media/image249.png"/><Relationship Id="rId13" Type="http://schemas.openxmlformats.org/officeDocument/2006/relationships/image" Target="../media/image251.png"/><Relationship Id="rId18" Type="http://schemas.openxmlformats.org/officeDocument/2006/relationships/customXml" Target="../ink/ink254.xml"/><Relationship Id="rId39" Type="http://schemas.openxmlformats.org/officeDocument/2006/relationships/image" Target="../media/image262.png"/><Relationship Id="rId34" Type="http://schemas.openxmlformats.org/officeDocument/2006/relationships/customXml" Target="../ink/ink262.xml"/><Relationship Id="rId50" Type="http://schemas.openxmlformats.org/officeDocument/2006/relationships/customXml" Target="../ink/ink270.xml"/><Relationship Id="rId55" Type="http://schemas.openxmlformats.org/officeDocument/2006/relationships/customXml" Target="../ink/ink273.xml"/><Relationship Id="rId7" Type="http://schemas.openxmlformats.org/officeDocument/2006/relationships/image" Target="../media/image248.png"/><Relationship Id="rId71" Type="http://schemas.openxmlformats.org/officeDocument/2006/relationships/customXml" Target="../ink/ink28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E7F37A-3EC1-88D4-4083-D7BD22E6D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9379" y="2952371"/>
            <a:ext cx="4378098" cy="3283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F698CB-C702-DAE2-7C69-E3545A017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138" y="3027033"/>
            <a:ext cx="4278549" cy="3208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4B3D44-40E8-5870-ECEB-203F6C6D4979}"/>
              </a:ext>
            </a:extLst>
          </p:cNvPr>
          <p:cNvSpPr txBox="1"/>
          <p:nvPr/>
        </p:nvSpPr>
        <p:spPr>
          <a:xfrm>
            <a:off x="1498060" y="2583039"/>
            <a:ext cx="239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psi = 0°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FCBCD4-4CD5-59AE-54EC-F4AB79CF2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064" y="2989702"/>
            <a:ext cx="4378098" cy="32835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FCF9D0-F0B1-0C2A-DDF6-D5AE9A175471}"/>
              </a:ext>
            </a:extLst>
          </p:cNvPr>
          <p:cNvSpPr txBox="1"/>
          <p:nvPr/>
        </p:nvSpPr>
        <p:spPr>
          <a:xfrm>
            <a:off x="5677711" y="2601705"/>
            <a:ext cx="239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psi = 1°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425413-6614-87BE-8C5A-8876882A0237}"/>
              </a:ext>
            </a:extLst>
          </p:cNvPr>
          <p:cNvSpPr txBox="1"/>
          <p:nvPr/>
        </p:nvSpPr>
        <p:spPr>
          <a:xfrm>
            <a:off x="9614171" y="2639036"/>
            <a:ext cx="239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psi = 45°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567D1D-1476-5DE5-C17C-AFF52D941EF3}"/>
              </a:ext>
            </a:extLst>
          </p:cNvPr>
          <p:cNvSpPr txBox="1"/>
          <p:nvPr/>
        </p:nvSpPr>
        <p:spPr>
          <a:xfrm>
            <a:off x="1498060" y="497512"/>
            <a:ext cx="36301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i="0" dirty="0">
                <a:effectLst/>
                <a:latin typeface="Menlo"/>
              </a:rPr>
              <a:t>a = 1000;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periodicity</a:t>
            </a:r>
            <a:endParaRPr lang="en-US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sz="1800" b="0" i="0" dirty="0" err="1">
                <a:effectLst/>
                <a:latin typeface="Menlo"/>
              </a:rPr>
              <a:t>rad_hole</a:t>
            </a:r>
            <a:r>
              <a:rPr lang="en-US" sz="1800" b="0" i="0" dirty="0">
                <a:effectLst/>
                <a:latin typeface="Menlo"/>
              </a:rPr>
              <a:t> = 200;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hole radius</a:t>
            </a:r>
            <a:endParaRPr lang="en-US" sz="1800" b="0" i="0" dirty="0">
              <a:effectLst/>
              <a:latin typeface="Menlo"/>
            </a:endParaRPr>
          </a:p>
          <a:p>
            <a:pPr>
              <a:buNone/>
            </a:pPr>
            <a:r>
              <a:rPr lang="en-US" sz="1800" b="0" i="0" dirty="0" err="1">
                <a:effectLst/>
                <a:latin typeface="Menlo"/>
              </a:rPr>
              <a:t>dslab</a:t>
            </a:r>
            <a:r>
              <a:rPr lang="en-US" sz="1800" b="0" i="0" dirty="0">
                <a:effectLst/>
                <a:latin typeface="Menlo"/>
              </a:rPr>
              <a:t> = 500;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slab thickness</a:t>
            </a:r>
          </a:p>
          <a:p>
            <a:pPr>
              <a:buNone/>
            </a:pPr>
            <a:endParaRPr lang="en-US" dirty="0">
              <a:solidFill>
                <a:srgbClr val="008013"/>
              </a:solidFill>
              <a:latin typeface="Menlo"/>
            </a:endParaRPr>
          </a:p>
          <a:p>
            <a:pPr>
              <a:buNone/>
            </a:pP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Z-cut LN</a:t>
            </a:r>
            <a:endParaRPr lang="en-US" sz="1800" b="0" i="0" dirty="0">
              <a:effectLst/>
              <a:latin typeface="Menlo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FD25692-9D6A-5B7C-7890-0F1BFF5BD2C5}"/>
              </a:ext>
            </a:extLst>
          </p:cNvPr>
          <p:cNvGrpSpPr/>
          <p:nvPr/>
        </p:nvGrpSpPr>
        <p:grpSpPr>
          <a:xfrm>
            <a:off x="7465713" y="423664"/>
            <a:ext cx="2649240" cy="2102400"/>
            <a:chOff x="7465713" y="423664"/>
            <a:chExt cx="2649240" cy="21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9994F9-2579-7A2F-5589-9524DC461ED4}"/>
                    </a:ext>
                  </a:extLst>
                </p14:cNvPr>
                <p14:cNvContentPartPr/>
                <p14:nvPr/>
              </p14:nvContentPartPr>
              <p14:xfrm>
                <a:off x="7814553" y="1356064"/>
                <a:ext cx="380520" cy="254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9994F9-2579-7A2F-5589-9524DC461ED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805553" y="1347064"/>
                  <a:ext cx="3981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4E02C72-3009-44CB-4376-3BA3742544A6}"/>
                    </a:ext>
                  </a:extLst>
                </p14:cNvPr>
                <p14:cNvContentPartPr/>
                <p14:nvPr/>
              </p14:nvContentPartPr>
              <p14:xfrm>
                <a:off x="8377593" y="1364704"/>
                <a:ext cx="261000" cy="219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4E02C72-3009-44CB-4376-3BA3742544A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68593" y="1355704"/>
                  <a:ext cx="2786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362CB0E-1CF1-9378-FD28-F960FC81E7F2}"/>
                    </a:ext>
                  </a:extLst>
                </p14:cNvPr>
                <p14:cNvContentPartPr/>
                <p14:nvPr/>
              </p14:nvContentPartPr>
              <p14:xfrm>
                <a:off x="7899513" y="893464"/>
                <a:ext cx="399600" cy="210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362CB0E-1CF1-9378-FD28-F960FC81E7F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90513" y="884464"/>
                  <a:ext cx="417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07D98DB-91E7-4730-2B2B-008C0908CB0D}"/>
                    </a:ext>
                  </a:extLst>
                </p14:cNvPr>
                <p14:cNvContentPartPr/>
                <p14:nvPr/>
              </p14:nvContentPartPr>
              <p14:xfrm>
                <a:off x="8436993" y="922624"/>
                <a:ext cx="237960" cy="153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07D98DB-91E7-4730-2B2B-008C0908CB0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28353" y="913624"/>
                  <a:ext cx="255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9E09574-A345-04C1-30B5-2300BD823A08}"/>
                    </a:ext>
                  </a:extLst>
                </p14:cNvPr>
                <p14:cNvContentPartPr/>
                <p14:nvPr/>
              </p14:nvContentPartPr>
              <p14:xfrm>
                <a:off x="8898153" y="942064"/>
                <a:ext cx="201960" cy="151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9E09574-A345-04C1-30B5-2300BD823A0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889153" y="933424"/>
                  <a:ext cx="2196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619C0DC-6F02-024B-AE1B-92A63D1FD760}"/>
                    </a:ext>
                  </a:extLst>
                </p14:cNvPr>
                <p14:cNvContentPartPr/>
                <p14:nvPr/>
              </p14:nvContentPartPr>
              <p14:xfrm>
                <a:off x="8751993" y="1347424"/>
                <a:ext cx="336600" cy="228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19C0DC-6F02-024B-AE1B-92A63D1FD76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743353" y="1338784"/>
                  <a:ext cx="3542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08525C2-F9C3-958E-1A60-B8CFEBC33B5E}"/>
                    </a:ext>
                  </a:extLst>
                </p14:cNvPr>
                <p14:cNvContentPartPr/>
                <p14:nvPr/>
              </p14:nvContentPartPr>
              <p14:xfrm>
                <a:off x="7861713" y="1863664"/>
                <a:ext cx="419040" cy="269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08525C2-F9C3-958E-1A60-B8CFEBC33B5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53073" y="1855024"/>
                  <a:ext cx="4366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99E3887-DAD7-5AB7-5FD7-FE9ECE2E7481}"/>
                    </a:ext>
                  </a:extLst>
                </p14:cNvPr>
                <p14:cNvContentPartPr/>
                <p14:nvPr/>
              </p14:nvContentPartPr>
              <p14:xfrm>
                <a:off x="8442753" y="1883464"/>
                <a:ext cx="244080" cy="239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99E3887-DAD7-5AB7-5FD7-FE9ECE2E748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33753" y="1874824"/>
                  <a:ext cx="2617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F9F93F2-E450-DAE0-F53C-BEE95521A5EF}"/>
                    </a:ext>
                  </a:extLst>
                </p14:cNvPr>
                <p14:cNvContentPartPr/>
                <p14:nvPr/>
              </p14:nvContentPartPr>
              <p14:xfrm>
                <a:off x="8818953" y="1932064"/>
                <a:ext cx="255600" cy="153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F9F93F2-E450-DAE0-F53C-BEE95521A5E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10313" y="1923424"/>
                  <a:ext cx="273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4E0F787-F3A3-4C81-2A15-77692E4F28B1}"/>
                    </a:ext>
                  </a:extLst>
                </p14:cNvPr>
                <p14:cNvContentPartPr/>
                <p14:nvPr/>
              </p14:nvContentPartPr>
              <p14:xfrm>
                <a:off x="8504673" y="565504"/>
                <a:ext cx="83520" cy="1960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4E0F787-F3A3-4C81-2A15-77692E4F28B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495673" y="556504"/>
                  <a:ext cx="101160" cy="19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6C78C0B-DA12-F73A-85AC-0155BA5A9A7B}"/>
                    </a:ext>
                  </a:extLst>
                </p14:cNvPr>
                <p14:cNvContentPartPr/>
                <p14:nvPr/>
              </p14:nvContentPartPr>
              <p14:xfrm>
                <a:off x="7465713" y="1460464"/>
                <a:ext cx="2430000" cy="185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6C78C0B-DA12-F73A-85AC-0155BA5A9A7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456713" y="1451824"/>
                  <a:ext cx="2447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20C9B9C-FD6C-0259-7439-F8253931DA88}"/>
                    </a:ext>
                  </a:extLst>
                </p14:cNvPr>
                <p14:cNvContentPartPr/>
                <p14:nvPr/>
              </p14:nvContentPartPr>
              <p14:xfrm>
                <a:off x="10010913" y="1507984"/>
                <a:ext cx="95400" cy="108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20C9B9C-FD6C-0259-7439-F8253931DA8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001913" y="1498984"/>
                  <a:ext cx="1130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E3B9D10-EEF9-7F86-91E9-966670A6D501}"/>
                    </a:ext>
                  </a:extLst>
                </p14:cNvPr>
                <p14:cNvContentPartPr/>
                <p14:nvPr/>
              </p14:nvContentPartPr>
              <p14:xfrm>
                <a:off x="9927033" y="1507984"/>
                <a:ext cx="187920" cy="145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E3B9D10-EEF9-7F86-91E9-966670A6D50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918393" y="1498984"/>
                  <a:ext cx="205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5B60C25-5DBE-9739-BF82-FCD929F4D1D5}"/>
                    </a:ext>
                  </a:extLst>
                </p14:cNvPr>
                <p14:cNvContentPartPr/>
                <p14:nvPr/>
              </p14:nvContentPartPr>
              <p14:xfrm>
                <a:off x="8486313" y="497104"/>
                <a:ext cx="145800" cy="147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5B60C25-5DBE-9739-BF82-FCD929F4D1D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77673" y="488464"/>
                  <a:ext cx="163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E2CC654-0D1A-153C-9DA6-6315C4007E49}"/>
                    </a:ext>
                  </a:extLst>
                </p14:cNvPr>
                <p14:cNvContentPartPr/>
                <p14:nvPr/>
              </p14:nvContentPartPr>
              <p14:xfrm>
                <a:off x="8802753" y="423664"/>
                <a:ext cx="107640" cy="282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E2CC654-0D1A-153C-9DA6-6315C4007E4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794113" y="415024"/>
                  <a:ext cx="12528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E084AC4-9BA8-11EC-E321-4E6D11C8CE4A}"/>
              </a:ext>
            </a:extLst>
          </p:cNvPr>
          <p:cNvGrpSpPr/>
          <p:nvPr/>
        </p:nvGrpSpPr>
        <p:grpSpPr>
          <a:xfrm>
            <a:off x="8304513" y="376504"/>
            <a:ext cx="1912320" cy="1395720"/>
            <a:chOff x="8304513" y="376504"/>
            <a:chExt cx="1912320" cy="139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0BD6807-330C-1518-29D2-7E22CC14CBD2}"/>
                    </a:ext>
                  </a:extLst>
                </p14:cNvPr>
                <p14:cNvContentPartPr/>
                <p14:nvPr/>
              </p14:nvContentPartPr>
              <p14:xfrm>
                <a:off x="8304513" y="596464"/>
                <a:ext cx="1491480" cy="117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0BD6807-330C-1518-29D2-7E22CC14CBD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295873" y="587464"/>
                  <a:ext cx="1509120" cy="11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2F340B3-C58C-0C01-EF91-7FEFC37CC9E4}"/>
                    </a:ext>
                  </a:extLst>
                </p14:cNvPr>
                <p14:cNvContentPartPr/>
                <p14:nvPr/>
              </p14:nvContentPartPr>
              <p14:xfrm>
                <a:off x="9973113" y="385864"/>
                <a:ext cx="243720" cy="294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2F340B3-C58C-0C01-EF91-7FEFC37CC9E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964113" y="377224"/>
                  <a:ext cx="2613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D42C1DD-DEE1-6A41-02D8-9154061A1337}"/>
                    </a:ext>
                  </a:extLst>
                </p14:cNvPr>
                <p14:cNvContentPartPr/>
                <p14:nvPr/>
              </p14:nvContentPartPr>
              <p14:xfrm>
                <a:off x="9921993" y="404944"/>
                <a:ext cx="221040" cy="286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D42C1DD-DEE1-6A41-02D8-9154061A133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912993" y="396304"/>
                  <a:ext cx="2386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E14DB51-D863-C645-2B05-72EDAF71579F}"/>
                    </a:ext>
                  </a:extLst>
                </p14:cNvPr>
                <p14:cNvContentPartPr/>
                <p14:nvPr/>
              </p14:nvContentPartPr>
              <p14:xfrm>
                <a:off x="10114593" y="657664"/>
                <a:ext cx="82800" cy="21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E14DB51-D863-C645-2B05-72EDAF71579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105953" y="649024"/>
                  <a:ext cx="100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946E239-C433-EAC3-5990-6E11A914A910}"/>
                    </a:ext>
                  </a:extLst>
                </p14:cNvPr>
                <p14:cNvContentPartPr/>
                <p14:nvPr/>
              </p14:nvContentPartPr>
              <p14:xfrm>
                <a:off x="10142673" y="395584"/>
                <a:ext cx="1764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946E239-C433-EAC3-5990-6E11A914A91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134033" y="386944"/>
                  <a:ext cx="35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449ABFD-0324-7C03-B707-2905A084AB9F}"/>
                    </a:ext>
                  </a:extLst>
                </p14:cNvPr>
                <p14:cNvContentPartPr/>
                <p14:nvPr/>
              </p14:nvContentPartPr>
              <p14:xfrm>
                <a:off x="10020273" y="376504"/>
                <a:ext cx="36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449ABFD-0324-7C03-B707-2905A084AB9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011273" y="36786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048F02D-F74A-B978-5665-1BF7ACF01466}"/>
              </a:ext>
            </a:extLst>
          </p:cNvPr>
          <p:cNvGrpSpPr/>
          <p:nvPr/>
        </p:nvGrpSpPr>
        <p:grpSpPr>
          <a:xfrm>
            <a:off x="6702153" y="291904"/>
            <a:ext cx="2008440" cy="1423800"/>
            <a:chOff x="6702153" y="291904"/>
            <a:chExt cx="2008440" cy="142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DFAAB83-E4A5-BE60-2D80-E8980477A3EC}"/>
                    </a:ext>
                  </a:extLst>
                </p14:cNvPr>
                <p14:cNvContentPartPr/>
                <p14:nvPr/>
              </p14:nvContentPartPr>
              <p14:xfrm>
                <a:off x="7404153" y="522304"/>
                <a:ext cx="1306440" cy="1193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DFAAB83-E4A5-BE60-2D80-E8980477A3E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395153" y="513664"/>
                  <a:ext cx="1324080" cy="12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845347C-2B5D-530A-6841-0C6564E3CCF1}"/>
                    </a:ext>
                  </a:extLst>
                </p14:cNvPr>
                <p14:cNvContentPartPr/>
                <p14:nvPr/>
              </p14:nvContentPartPr>
              <p14:xfrm>
                <a:off x="6711513" y="339064"/>
                <a:ext cx="131040" cy="157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845347C-2B5D-530A-6841-0C6564E3CCF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702873" y="330424"/>
                  <a:ext cx="148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BC7444A-FCC2-C981-7C0C-216934605B46}"/>
                    </a:ext>
                  </a:extLst>
                </p14:cNvPr>
                <p14:cNvContentPartPr/>
                <p14:nvPr/>
              </p14:nvContentPartPr>
              <p14:xfrm>
                <a:off x="6707553" y="357784"/>
                <a:ext cx="287280" cy="362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BC7444A-FCC2-C981-7C0C-216934605B4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698913" y="349144"/>
                  <a:ext cx="3049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08FF5E8-F8A8-9BBE-B0CF-B22FB2942FB1}"/>
                    </a:ext>
                  </a:extLst>
                </p14:cNvPr>
                <p14:cNvContentPartPr/>
                <p14:nvPr/>
              </p14:nvContentPartPr>
              <p14:xfrm>
                <a:off x="6702153" y="291904"/>
                <a:ext cx="224280" cy="17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08FF5E8-F8A8-9BBE-B0CF-B22FB2942FB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693513" y="283264"/>
                  <a:ext cx="241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E5F1513-21BF-0938-DCFE-7C0A3A20273A}"/>
                    </a:ext>
                  </a:extLst>
                </p14:cNvPr>
                <p14:cNvContentPartPr/>
                <p14:nvPr/>
              </p14:nvContentPartPr>
              <p14:xfrm>
                <a:off x="7013193" y="339064"/>
                <a:ext cx="83520" cy="21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E5F1513-21BF-0938-DCFE-7C0A3A20273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004193" y="330424"/>
                  <a:ext cx="10116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2792F6C-99F1-F2CC-80C1-F04F7D292188}"/>
              </a:ext>
            </a:extLst>
          </p:cNvPr>
          <p:cNvGrpSpPr/>
          <p:nvPr/>
        </p:nvGrpSpPr>
        <p:grpSpPr>
          <a:xfrm>
            <a:off x="9223593" y="1055464"/>
            <a:ext cx="603000" cy="396000"/>
            <a:chOff x="9223593" y="1055464"/>
            <a:chExt cx="60300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F5B7645-166C-A84C-1765-23F7DBDB5E9F}"/>
                    </a:ext>
                  </a:extLst>
                </p14:cNvPr>
                <p14:cNvContentPartPr/>
                <p14:nvPr/>
              </p14:nvContentPartPr>
              <p14:xfrm>
                <a:off x="9223593" y="1091104"/>
                <a:ext cx="158040" cy="360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F5B7645-166C-A84C-1765-23F7DBDB5E9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14593" y="1082464"/>
                  <a:ext cx="1756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AF5B75C-80DD-A1E1-4996-17677A246254}"/>
                    </a:ext>
                  </a:extLst>
                </p14:cNvPr>
                <p14:cNvContentPartPr/>
                <p14:nvPr/>
              </p14:nvContentPartPr>
              <p14:xfrm>
                <a:off x="9546873" y="1102984"/>
                <a:ext cx="279720" cy="105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AF5B75C-80DD-A1E1-4996-17677A24625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38233" y="1093984"/>
                  <a:ext cx="2973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CC066FE-2888-2C7A-A5E5-3ECAA727C4C5}"/>
                    </a:ext>
                  </a:extLst>
                </p14:cNvPr>
                <p14:cNvContentPartPr/>
                <p14:nvPr/>
              </p14:nvContentPartPr>
              <p14:xfrm>
                <a:off x="9661353" y="1055464"/>
                <a:ext cx="48240" cy="373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CC066FE-2888-2C7A-A5E5-3ECAA727C4C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52713" y="1046464"/>
                  <a:ext cx="65880" cy="39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463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F557966-EA44-E573-421A-C229DAC0C039}"/>
              </a:ext>
            </a:extLst>
          </p:cNvPr>
          <p:cNvGrpSpPr/>
          <p:nvPr/>
        </p:nvGrpSpPr>
        <p:grpSpPr>
          <a:xfrm>
            <a:off x="1650477" y="2622738"/>
            <a:ext cx="1396800" cy="445680"/>
            <a:chOff x="1650477" y="2622738"/>
            <a:chExt cx="1396800" cy="44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ABD53CA-20B8-E0F8-988A-078797A47BF5}"/>
                    </a:ext>
                  </a:extLst>
                </p14:cNvPr>
                <p14:cNvContentPartPr/>
                <p14:nvPr/>
              </p14:nvContentPartPr>
              <p14:xfrm>
                <a:off x="1650477" y="2623458"/>
                <a:ext cx="601920" cy="444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ABD53CA-20B8-E0F8-988A-078797A47BF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41477" y="2614458"/>
                  <a:ext cx="61956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10D45A3-E6DA-1024-DE4C-421AA6C9D031}"/>
                    </a:ext>
                  </a:extLst>
                </p14:cNvPr>
                <p14:cNvContentPartPr/>
                <p14:nvPr/>
              </p14:nvContentPartPr>
              <p14:xfrm>
                <a:off x="2721117" y="2622738"/>
                <a:ext cx="326160" cy="367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10D45A3-E6DA-1024-DE4C-421AA6C9D03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12117" y="2614098"/>
                  <a:ext cx="343800" cy="38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981D324-18E3-2881-214D-208DD92D2D41}"/>
              </a:ext>
            </a:extLst>
          </p:cNvPr>
          <p:cNvGrpSpPr/>
          <p:nvPr/>
        </p:nvGrpSpPr>
        <p:grpSpPr>
          <a:xfrm>
            <a:off x="1907157" y="1289658"/>
            <a:ext cx="1841400" cy="319320"/>
            <a:chOff x="1907157" y="1289658"/>
            <a:chExt cx="184140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AC4053-85E8-4102-8653-D3CB201C93A2}"/>
                    </a:ext>
                  </a:extLst>
                </p14:cNvPr>
                <p14:cNvContentPartPr/>
                <p14:nvPr/>
              </p14:nvContentPartPr>
              <p14:xfrm>
                <a:off x="1907157" y="1289658"/>
                <a:ext cx="513360" cy="297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AC4053-85E8-4102-8653-D3CB201C93A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98517" y="1280658"/>
                  <a:ext cx="5310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B3A1BC8-012E-E501-69AF-83EFC8A0816C}"/>
                    </a:ext>
                  </a:extLst>
                </p14:cNvPr>
                <p14:cNvContentPartPr/>
                <p14:nvPr/>
              </p14:nvContentPartPr>
              <p14:xfrm>
                <a:off x="2762157" y="1371018"/>
                <a:ext cx="265320" cy="237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B3A1BC8-012E-E501-69AF-83EFC8A0816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53517" y="1362018"/>
                  <a:ext cx="2829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448BC68-E617-E78F-BCB9-1431B4F7494A}"/>
                    </a:ext>
                  </a:extLst>
                </p14:cNvPr>
                <p14:cNvContentPartPr/>
                <p14:nvPr/>
              </p14:nvContentPartPr>
              <p14:xfrm>
                <a:off x="3423477" y="1330338"/>
                <a:ext cx="325080" cy="228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448BC68-E617-E78F-BCB9-1431B4F7494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14837" y="1321338"/>
                  <a:ext cx="34272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C7B702-9D70-A9CB-1B27-F74E6F55529A}"/>
              </a:ext>
            </a:extLst>
          </p:cNvPr>
          <p:cNvGrpSpPr/>
          <p:nvPr/>
        </p:nvGrpSpPr>
        <p:grpSpPr>
          <a:xfrm>
            <a:off x="1846317" y="1903458"/>
            <a:ext cx="1922040" cy="342720"/>
            <a:chOff x="1846317" y="1903458"/>
            <a:chExt cx="1922040" cy="3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2EDC3D-06CF-88CA-C192-D1E59B915BE0}"/>
                    </a:ext>
                  </a:extLst>
                </p14:cNvPr>
                <p14:cNvContentPartPr/>
                <p14:nvPr/>
              </p14:nvContentPartPr>
              <p14:xfrm>
                <a:off x="1846317" y="1942338"/>
                <a:ext cx="583560" cy="245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2EDC3D-06CF-88CA-C192-D1E59B915BE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37677" y="1933338"/>
                  <a:ext cx="6012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6AAE47-8641-B667-270A-4D13BC47EA09}"/>
                    </a:ext>
                  </a:extLst>
                </p14:cNvPr>
                <p14:cNvContentPartPr/>
                <p14:nvPr/>
              </p14:nvContentPartPr>
              <p14:xfrm>
                <a:off x="2775117" y="1903458"/>
                <a:ext cx="290880" cy="342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6AAE47-8641-B667-270A-4D13BC47EA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66117" y="1894818"/>
                  <a:ext cx="3085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9CCF49E-A477-1584-99EC-16DDBAC7BCB0}"/>
                    </a:ext>
                  </a:extLst>
                </p14:cNvPr>
                <p14:cNvContentPartPr/>
                <p14:nvPr/>
              </p14:nvContentPartPr>
              <p14:xfrm>
                <a:off x="3437517" y="1941978"/>
                <a:ext cx="330840" cy="268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9CCF49E-A477-1584-99EC-16DDBAC7BCB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28517" y="1933338"/>
                  <a:ext cx="348480" cy="28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D5013D4-FEFF-04B6-C854-2080BE753FD8}"/>
                  </a:ext>
                </a:extLst>
              </p14:cNvPr>
              <p14:cNvContentPartPr/>
              <p14:nvPr/>
            </p14:nvContentPartPr>
            <p14:xfrm>
              <a:off x="3380277" y="2634258"/>
              <a:ext cx="522360" cy="421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D5013D4-FEFF-04B6-C854-2080BE753FD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71637" y="2625618"/>
                <a:ext cx="540000" cy="43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C873A8C4-AE89-5CDE-75D9-36B34F699B5B}"/>
              </a:ext>
            </a:extLst>
          </p:cNvPr>
          <p:cNvGrpSpPr/>
          <p:nvPr/>
        </p:nvGrpSpPr>
        <p:grpSpPr>
          <a:xfrm>
            <a:off x="2936397" y="1925778"/>
            <a:ext cx="1568880" cy="395640"/>
            <a:chOff x="2936397" y="1925778"/>
            <a:chExt cx="156888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A63FA7C-58F8-DC42-61B5-5F9F9A84244B}"/>
                    </a:ext>
                  </a:extLst>
                </p14:cNvPr>
                <p14:cNvContentPartPr/>
                <p14:nvPr/>
              </p14:nvContentPartPr>
              <p14:xfrm>
                <a:off x="2936397" y="1992738"/>
                <a:ext cx="1238760" cy="328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A63FA7C-58F8-DC42-61B5-5F9F9A84244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27757" y="1983738"/>
                  <a:ext cx="12564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CCBFFF5-1D9E-47A6-71BB-5282D1F26CC2}"/>
                    </a:ext>
                  </a:extLst>
                </p14:cNvPr>
                <p14:cNvContentPartPr/>
                <p14:nvPr/>
              </p14:nvContentPartPr>
              <p14:xfrm>
                <a:off x="4153557" y="1925778"/>
                <a:ext cx="351720" cy="327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CCBFFF5-1D9E-47A6-71BB-5282D1F26C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44557" y="1917138"/>
                  <a:ext cx="3693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7F8877A-376E-8D75-35DE-31F994168B24}"/>
                    </a:ext>
                  </a:extLst>
                </p14:cNvPr>
                <p14:cNvContentPartPr/>
                <p14:nvPr/>
              </p14:nvContentPartPr>
              <p14:xfrm>
                <a:off x="4261557" y="1935498"/>
                <a:ext cx="232920" cy="375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7F8877A-376E-8D75-35DE-31F994168B2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52557" y="1926858"/>
                  <a:ext cx="250560" cy="39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39CA1AB-501A-5763-6C2E-1156AD7BE8F2}"/>
              </a:ext>
            </a:extLst>
          </p:cNvPr>
          <p:cNvGrpSpPr/>
          <p:nvPr/>
        </p:nvGrpSpPr>
        <p:grpSpPr>
          <a:xfrm>
            <a:off x="2735517" y="608538"/>
            <a:ext cx="708120" cy="1375920"/>
            <a:chOff x="2735517" y="608538"/>
            <a:chExt cx="708120" cy="13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38F0934-EA09-419C-7D2D-B0A7FE8D4550}"/>
                    </a:ext>
                  </a:extLst>
                </p14:cNvPr>
                <p14:cNvContentPartPr/>
                <p14:nvPr/>
              </p14:nvContentPartPr>
              <p14:xfrm>
                <a:off x="2735517" y="987978"/>
                <a:ext cx="288720" cy="996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38F0934-EA09-419C-7D2D-B0A7FE8D455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26877" y="979338"/>
                  <a:ext cx="306360" cy="10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786FBB-BE35-E478-0700-F928C2D63EFE}"/>
                    </a:ext>
                  </a:extLst>
                </p14:cNvPr>
                <p14:cNvContentPartPr/>
                <p14:nvPr/>
              </p14:nvContentPartPr>
              <p14:xfrm>
                <a:off x="3141957" y="608538"/>
                <a:ext cx="198000" cy="241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786FBB-BE35-E478-0700-F928C2D63EF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32957" y="599898"/>
                  <a:ext cx="2156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DC02840-2416-32B2-9339-276EF09DB057}"/>
                    </a:ext>
                  </a:extLst>
                </p14:cNvPr>
                <p14:cNvContentPartPr/>
                <p14:nvPr/>
              </p14:nvContentPartPr>
              <p14:xfrm>
                <a:off x="3243477" y="642018"/>
                <a:ext cx="200160" cy="469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DC02840-2416-32B2-9339-276EF09DB05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34477" y="633018"/>
                  <a:ext cx="217800" cy="48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5C3D71B-79AD-C5BB-ED9F-A961A7750913}"/>
                  </a:ext>
                </a:extLst>
              </p14:cNvPr>
              <p14:cNvContentPartPr/>
              <p14:nvPr/>
            </p14:nvContentPartPr>
            <p14:xfrm>
              <a:off x="2892477" y="2217738"/>
              <a:ext cx="16200" cy="136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5C3D71B-79AD-C5BB-ED9F-A961A775091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883837" y="2208738"/>
                <a:ext cx="3384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19959E4-B004-022E-9BD7-5E77D88A5740}"/>
                  </a:ext>
                </a:extLst>
              </p14:cNvPr>
              <p14:cNvContentPartPr/>
              <p14:nvPr/>
            </p14:nvContentPartPr>
            <p14:xfrm>
              <a:off x="2815077" y="2616258"/>
              <a:ext cx="45000" cy="297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19959E4-B004-022E-9BD7-5E77D88A574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06077" y="2607258"/>
                <a:ext cx="6264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B9FF2DC-7BE7-4E5E-0BE7-D7E3F008F9C3}"/>
                  </a:ext>
                </a:extLst>
              </p14:cNvPr>
              <p14:cNvContentPartPr/>
              <p14:nvPr/>
            </p14:nvContentPartPr>
            <p14:xfrm>
              <a:off x="2787717" y="3151578"/>
              <a:ext cx="4320" cy="777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B9FF2DC-7BE7-4E5E-0BE7-D7E3F008F9C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78717" y="3142938"/>
                <a:ext cx="219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1558C1E-4473-5716-29B4-1D710A595FDD}"/>
                  </a:ext>
                </a:extLst>
              </p14:cNvPr>
              <p14:cNvContentPartPr/>
              <p14:nvPr/>
            </p14:nvContentPartPr>
            <p14:xfrm>
              <a:off x="2750277" y="3452898"/>
              <a:ext cx="21960" cy="1526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1558C1E-4473-5716-29B4-1D710A595FD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741637" y="3444258"/>
                <a:ext cx="3960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294E3F5-3D76-CDC3-1F48-DB52664E3E0F}"/>
                  </a:ext>
                </a:extLst>
              </p14:cNvPr>
              <p14:cNvContentPartPr/>
              <p14:nvPr/>
            </p14:nvContentPartPr>
            <p14:xfrm>
              <a:off x="2697717" y="3958698"/>
              <a:ext cx="16200" cy="1674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294E3F5-3D76-CDC3-1F48-DB52664E3E0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688717" y="3949698"/>
                <a:ext cx="338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53D3DEE-6BA0-1B5E-1422-4B2CAD4A507B}"/>
                  </a:ext>
                </a:extLst>
              </p14:cNvPr>
              <p14:cNvContentPartPr/>
              <p14:nvPr/>
            </p14:nvContentPartPr>
            <p14:xfrm>
              <a:off x="777837" y="2099298"/>
              <a:ext cx="360" cy="21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53D3DEE-6BA0-1B5E-1422-4B2CAD4A507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68837" y="2090298"/>
                <a:ext cx="18000" cy="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8BA63BDF-AD45-CB11-8B48-20816121DF04}"/>
              </a:ext>
            </a:extLst>
          </p:cNvPr>
          <p:cNvGrpSpPr/>
          <p:nvPr/>
        </p:nvGrpSpPr>
        <p:grpSpPr>
          <a:xfrm>
            <a:off x="1088877" y="2120178"/>
            <a:ext cx="614160" cy="10080"/>
            <a:chOff x="1088877" y="2120178"/>
            <a:chExt cx="614160" cy="1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DEC2821-7F99-3007-147B-01B6DAA8954E}"/>
                    </a:ext>
                  </a:extLst>
                </p14:cNvPr>
                <p14:cNvContentPartPr/>
                <p14:nvPr/>
              </p14:nvContentPartPr>
              <p14:xfrm>
                <a:off x="1088877" y="2120178"/>
                <a:ext cx="90000" cy="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DEC2821-7F99-3007-147B-01B6DAA8954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80237" y="2111538"/>
                  <a:ext cx="107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B7F6283-2FF9-07B7-4B63-ABF62D08F473}"/>
                    </a:ext>
                  </a:extLst>
                </p14:cNvPr>
                <p14:cNvContentPartPr/>
                <p14:nvPr/>
              </p14:nvContentPartPr>
              <p14:xfrm>
                <a:off x="1342317" y="2129898"/>
                <a:ext cx="1065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B7F6283-2FF9-07B7-4B63-ABF62D08F47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33317" y="2121258"/>
                  <a:ext cx="124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12278B9-732E-242F-20BC-F9F3B341EF9D}"/>
                    </a:ext>
                  </a:extLst>
                </p14:cNvPr>
                <p14:cNvContentPartPr/>
                <p14:nvPr/>
              </p14:nvContentPartPr>
              <p14:xfrm>
                <a:off x="1624197" y="2122338"/>
                <a:ext cx="78840" cy="7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12278B9-732E-242F-20BC-F9F3B341EF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15557" y="2113698"/>
                  <a:ext cx="9648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D89FF1E-1EB3-31C7-A65C-F21CBC779CEF}"/>
                  </a:ext>
                </a:extLst>
              </p14:cNvPr>
              <p14:cNvContentPartPr/>
              <p14:nvPr/>
            </p14:nvContentPartPr>
            <p14:xfrm>
              <a:off x="1935597" y="2075178"/>
              <a:ext cx="83160" cy="61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D89FF1E-1EB3-31C7-A65C-F21CBC779CE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26597" y="2066538"/>
                <a:ext cx="10080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D020E2A7-3552-9E9D-128C-BE093BC41CBD}"/>
              </a:ext>
            </a:extLst>
          </p:cNvPr>
          <p:cNvGrpSpPr/>
          <p:nvPr/>
        </p:nvGrpSpPr>
        <p:grpSpPr>
          <a:xfrm>
            <a:off x="3676917" y="4279818"/>
            <a:ext cx="595440" cy="1025280"/>
            <a:chOff x="3676917" y="4279818"/>
            <a:chExt cx="595440" cy="10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2F41F97-A05A-BB16-CFAC-AA0CF5B41C1E}"/>
                    </a:ext>
                  </a:extLst>
                </p14:cNvPr>
                <p14:cNvContentPartPr/>
                <p14:nvPr/>
              </p14:nvContentPartPr>
              <p14:xfrm>
                <a:off x="3676917" y="4364058"/>
                <a:ext cx="205920" cy="210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2F41F97-A05A-BB16-CFAC-AA0CF5B41C1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67917" y="4355418"/>
                  <a:ext cx="2235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5DC6A06-2C15-83DC-8EE0-9EF4343E2721}"/>
                    </a:ext>
                  </a:extLst>
                </p14:cNvPr>
                <p14:cNvContentPartPr/>
                <p14:nvPr/>
              </p14:nvContentPartPr>
              <p14:xfrm>
                <a:off x="3701397" y="4873098"/>
                <a:ext cx="200160" cy="224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5DC6A06-2C15-83DC-8EE0-9EF4343E272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92757" y="4864458"/>
                  <a:ext cx="2178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C7FAD8E-600E-278B-B701-EBB8AECC78B7}"/>
                    </a:ext>
                  </a:extLst>
                </p14:cNvPr>
                <p14:cNvContentPartPr/>
                <p14:nvPr/>
              </p14:nvContentPartPr>
              <p14:xfrm>
                <a:off x="4065717" y="4279818"/>
                <a:ext cx="206640" cy="1025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C7FAD8E-600E-278B-B701-EBB8AECC78B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56717" y="4271178"/>
                  <a:ext cx="224280" cy="104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D20B1EF-BBCE-1F9A-D859-FCC82684B426}"/>
                  </a:ext>
                </a:extLst>
              </p14:cNvPr>
              <p14:cNvContentPartPr/>
              <p14:nvPr/>
            </p14:nvContentPartPr>
            <p14:xfrm>
              <a:off x="8593437" y="2060778"/>
              <a:ext cx="390600" cy="2782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D20B1EF-BBCE-1F9A-D859-FCC82684B42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584437" y="2051778"/>
                <a:ext cx="40824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C45E55C-42BF-5EF2-9BDB-4137F087EDC3}"/>
                  </a:ext>
                </a:extLst>
              </p14:cNvPr>
              <p14:cNvContentPartPr/>
              <p14:nvPr/>
            </p14:nvContentPartPr>
            <p14:xfrm>
              <a:off x="8666877" y="1374978"/>
              <a:ext cx="295920" cy="2145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C45E55C-42BF-5EF2-9BDB-4137F087EDC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658237" y="1366338"/>
                <a:ext cx="313560" cy="23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F141A8A6-06E0-A97E-4491-CEDEEDFC6FFF}"/>
              </a:ext>
            </a:extLst>
          </p:cNvPr>
          <p:cNvGrpSpPr/>
          <p:nvPr/>
        </p:nvGrpSpPr>
        <p:grpSpPr>
          <a:xfrm>
            <a:off x="9482997" y="2699058"/>
            <a:ext cx="822960" cy="250920"/>
            <a:chOff x="9482997" y="2699058"/>
            <a:chExt cx="82296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ABC4006-80C9-B4BD-6B3B-388EEA900F42}"/>
                    </a:ext>
                  </a:extLst>
                </p14:cNvPr>
                <p14:cNvContentPartPr/>
                <p14:nvPr/>
              </p14:nvContentPartPr>
              <p14:xfrm>
                <a:off x="9482997" y="2699058"/>
                <a:ext cx="225000" cy="250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ABC4006-80C9-B4BD-6B3B-388EEA900F4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474357" y="2690058"/>
                  <a:ext cx="2426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27E35BD-E439-FD50-39AA-11F250A5BEF6}"/>
                    </a:ext>
                  </a:extLst>
                </p14:cNvPr>
                <p14:cNvContentPartPr/>
                <p14:nvPr/>
              </p14:nvContentPartPr>
              <p14:xfrm>
                <a:off x="9963957" y="2702298"/>
                <a:ext cx="342000" cy="208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27E35BD-E439-FD50-39AA-11F250A5BEF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55317" y="2693658"/>
                  <a:ext cx="35964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0626F3B-CA1F-B884-C9BA-1902050FF705}"/>
              </a:ext>
            </a:extLst>
          </p:cNvPr>
          <p:cNvGrpSpPr/>
          <p:nvPr/>
        </p:nvGrpSpPr>
        <p:grpSpPr>
          <a:xfrm>
            <a:off x="8705757" y="2742618"/>
            <a:ext cx="390240" cy="208080"/>
            <a:chOff x="8705757" y="2742618"/>
            <a:chExt cx="390240" cy="20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931CBA0-333F-9270-F39C-21D4FFCD4B86}"/>
                    </a:ext>
                  </a:extLst>
                </p14:cNvPr>
                <p14:cNvContentPartPr/>
                <p14:nvPr/>
              </p14:nvContentPartPr>
              <p14:xfrm>
                <a:off x="8705757" y="2827938"/>
                <a:ext cx="346680" cy="122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931CBA0-333F-9270-F39C-21D4FFCD4B8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96757" y="2819298"/>
                  <a:ext cx="364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5D2EAFC-C345-8E1B-1CAE-16A2BB4BB829}"/>
                    </a:ext>
                  </a:extLst>
                </p14:cNvPr>
                <p14:cNvContentPartPr/>
                <p14:nvPr/>
              </p14:nvContentPartPr>
              <p14:xfrm>
                <a:off x="8780997" y="2742618"/>
                <a:ext cx="315000" cy="116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5D2EAFC-C345-8E1B-1CAE-16A2BB4BB82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71997" y="2733978"/>
                  <a:ext cx="33264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8E33F27-0DFD-B4F3-93C4-7614CF1BD339}"/>
              </a:ext>
            </a:extLst>
          </p:cNvPr>
          <p:cNvGrpSpPr/>
          <p:nvPr/>
        </p:nvGrpSpPr>
        <p:grpSpPr>
          <a:xfrm>
            <a:off x="7898277" y="437178"/>
            <a:ext cx="3511440" cy="1731960"/>
            <a:chOff x="7898277" y="437178"/>
            <a:chExt cx="3511440" cy="173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7026B4E-E397-EC90-624D-589F29DF5B86}"/>
                    </a:ext>
                  </a:extLst>
                </p14:cNvPr>
                <p14:cNvContentPartPr/>
                <p14:nvPr/>
              </p14:nvContentPartPr>
              <p14:xfrm>
                <a:off x="9577677" y="1165098"/>
                <a:ext cx="1290240" cy="1004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7026B4E-E397-EC90-624D-589F29DF5B8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69037" y="1156458"/>
                  <a:ext cx="1307880" cy="10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B538B1D-FE59-4FB2-6A2C-7D3888C14908}"/>
                    </a:ext>
                  </a:extLst>
                </p14:cNvPr>
                <p14:cNvContentPartPr/>
                <p14:nvPr/>
              </p14:nvContentPartPr>
              <p14:xfrm>
                <a:off x="11011197" y="700338"/>
                <a:ext cx="398520" cy="487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B538B1D-FE59-4FB2-6A2C-7D3888C1490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02197" y="691338"/>
                  <a:ext cx="41616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D57F9F8-3595-E437-28F9-B4A2F90F47C5}"/>
                    </a:ext>
                  </a:extLst>
                </p14:cNvPr>
                <p14:cNvContentPartPr/>
                <p14:nvPr/>
              </p14:nvContentPartPr>
              <p14:xfrm>
                <a:off x="11019837" y="758658"/>
                <a:ext cx="381240" cy="445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D57F9F8-3595-E437-28F9-B4A2F90F47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010837" y="749658"/>
                  <a:ext cx="3988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D529D06-6F3A-3C2E-D2A2-D704FD64AC18}"/>
                    </a:ext>
                  </a:extLst>
                </p14:cNvPr>
                <p14:cNvContentPartPr/>
                <p14:nvPr/>
              </p14:nvContentPartPr>
              <p14:xfrm>
                <a:off x="8331357" y="1063578"/>
                <a:ext cx="1182240" cy="1076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D529D06-6F3A-3C2E-D2A2-D704FD64AC1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22717" y="1054578"/>
                  <a:ext cx="1199880" cy="10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B657BAC-02ED-4A7A-DFD4-8C81304C15DB}"/>
                    </a:ext>
                  </a:extLst>
                </p14:cNvPr>
                <p14:cNvContentPartPr/>
                <p14:nvPr/>
              </p14:nvContentPartPr>
              <p14:xfrm>
                <a:off x="7898277" y="437178"/>
                <a:ext cx="243720" cy="308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B657BAC-02ED-4A7A-DFD4-8C81304C15D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89637" y="428538"/>
                  <a:ext cx="2613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9064C3B-94BB-C03A-2103-213471596DAD}"/>
                    </a:ext>
                  </a:extLst>
                </p14:cNvPr>
                <p14:cNvContentPartPr/>
                <p14:nvPr/>
              </p14:nvContentPartPr>
              <p14:xfrm>
                <a:off x="7965597" y="476418"/>
                <a:ext cx="331920" cy="672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9064C3B-94BB-C03A-2103-213471596DA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56957" y="467418"/>
                  <a:ext cx="349560" cy="69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8583087-57A2-F2FB-DC23-65815CC55F22}"/>
                  </a:ext>
                </a:extLst>
              </p14:cNvPr>
              <p14:cNvContentPartPr/>
              <p14:nvPr/>
            </p14:nvContentPartPr>
            <p14:xfrm>
              <a:off x="7995837" y="3496818"/>
              <a:ext cx="132840" cy="19980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8583087-57A2-F2FB-DC23-65815CC55F2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987197" y="3487818"/>
                <a:ext cx="15048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22BE6D2-BA57-0D07-B7C7-2D5252DEF50E}"/>
                  </a:ext>
                </a:extLst>
              </p14:cNvPr>
              <p14:cNvContentPartPr/>
              <p14:nvPr/>
            </p14:nvContentPartPr>
            <p14:xfrm>
              <a:off x="8336397" y="3270378"/>
              <a:ext cx="76320" cy="759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22BE6D2-BA57-0D07-B7C7-2D5252DEF50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327757" y="3261378"/>
                <a:ext cx="93960" cy="9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AAA92B1-7A83-122E-85F9-90920417CFED}"/>
              </a:ext>
            </a:extLst>
          </p:cNvPr>
          <p:cNvGrpSpPr/>
          <p:nvPr/>
        </p:nvGrpSpPr>
        <p:grpSpPr>
          <a:xfrm>
            <a:off x="8647437" y="2517618"/>
            <a:ext cx="468720" cy="517320"/>
            <a:chOff x="8647437" y="2517618"/>
            <a:chExt cx="468720" cy="51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831895D-002B-2B86-DC0D-1C0782DB02FC}"/>
                    </a:ext>
                  </a:extLst>
                </p14:cNvPr>
                <p14:cNvContentPartPr/>
                <p14:nvPr/>
              </p14:nvContentPartPr>
              <p14:xfrm>
                <a:off x="8647437" y="2908938"/>
                <a:ext cx="72720" cy="126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831895D-002B-2B86-DC0D-1C0782DB02F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38797" y="2900298"/>
                  <a:ext cx="90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AB5EB81-AA0F-21A3-34DA-F08E6E821724}"/>
                    </a:ext>
                  </a:extLst>
                </p14:cNvPr>
                <p14:cNvContentPartPr/>
                <p14:nvPr/>
              </p14:nvContentPartPr>
              <p14:xfrm>
                <a:off x="8881077" y="2699778"/>
                <a:ext cx="56520" cy="72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AB5EB81-AA0F-21A3-34DA-F08E6E82172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72077" y="2690778"/>
                  <a:ext cx="741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B7660AB-71B9-E408-5CD1-AB2300EB29DA}"/>
                    </a:ext>
                  </a:extLst>
                </p14:cNvPr>
                <p14:cNvContentPartPr/>
                <p14:nvPr/>
              </p14:nvContentPartPr>
              <p14:xfrm>
                <a:off x="9056037" y="2517618"/>
                <a:ext cx="60120" cy="60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B7660AB-71B9-E408-5CD1-AB2300EB29D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47397" y="2508618"/>
                  <a:ext cx="7776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79EC687-C80C-DBE7-A1FF-6BD9845CD04B}"/>
                  </a:ext>
                </a:extLst>
              </p14:cNvPr>
              <p14:cNvContentPartPr/>
              <p14:nvPr/>
            </p14:nvContentPartPr>
            <p14:xfrm>
              <a:off x="9270237" y="2327178"/>
              <a:ext cx="38160" cy="460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79EC687-C80C-DBE7-A1FF-6BD9845CD04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261597" y="2318538"/>
                <a:ext cx="5580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48068AF-C69A-CBC6-CDB0-8DAABAEDA20B}"/>
              </a:ext>
            </a:extLst>
          </p:cNvPr>
          <p:cNvGrpSpPr/>
          <p:nvPr/>
        </p:nvGrpSpPr>
        <p:grpSpPr>
          <a:xfrm>
            <a:off x="9552117" y="1119018"/>
            <a:ext cx="1109520" cy="1060200"/>
            <a:chOff x="9552117" y="1119018"/>
            <a:chExt cx="1109520" cy="10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EE927A2-71EC-86F3-C49F-4AAA50C038A3}"/>
                    </a:ext>
                  </a:extLst>
                </p14:cNvPr>
                <p14:cNvContentPartPr/>
                <p14:nvPr/>
              </p14:nvContentPartPr>
              <p14:xfrm>
                <a:off x="9552117" y="2124138"/>
                <a:ext cx="51120" cy="55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EE927A2-71EC-86F3-C49F-4AAA50C038A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43117" y="2115138"/>
                  <a:ext cx="687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FF59AE1-AC10-3E84-D7ED-FCDF86C841F4}"/>
                    </a:ext>
                  </a:extLst>
                </p14:cNvPr>
                <p14:cNvContentPartPr/>
                <p14:nvPr/>
              </p14:nvContentPartPr>
              <p14:xfrm>
                <a:off x="9727077" y="1939818"/>
                <a:ext cx="66600" cy="73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FF59AE1-AC10-3E84-D7ED-FCDF86C841F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18437" y="1931178"/>
                  <a:ext cx="84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800C511-C872-65AE-3C78-0DCEFEB10955}"/>
                    </a:ext>
                  </a:extLst>
                </p14:cNvPr>
                <p14:cNvContentPartPr/>
                <p14:nvPr/>
              </p14:nvContentPartPr>
              <p14:xfrm>
                <a:off x="9892677" y="1761618"/>
                <a:ext cx="104400" cy="86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800C511-C872-65AE-3C78-0DCEFEB1095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83677" y="1752978"/>
                  <a:ext cx="122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3336781-C36F-BA0F-5017-7568A142ADEC}"/>
                    </a:ext>
                  </a:extLst>
                </p14:cNvPr>
                <p14:cNvContentPartPr/>
                <p14:nvPr/>
              </p14:nvContentPartPr>
              <p14:xfrm>
                <a:off x="10135677" y="1592418"/>
                <a:ext cx="72720" cy="70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3336781-C36F-BA0F-5017-7568A142ADE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126677" y="1583418"/>
                  <a:ext cx="903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06EA80A-A508-427C-B84B-E02BE2E8B5D3}"/>
                    </a:ext>
                  </a:extLst>
                </p14:cNvPr>
                <p14:cNvContentPartPr/>
                <p14:nvPr/>
              </p14:nvContentPartPr>
              <p14:xfrm>
                <a:off x="10310637" y="1409178"/>
                <a:ext cx="60840" cy="69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06EA80A-A508-427C-B84B-E02BE2E8B5D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301997" y="1400538"/>
                  <a:ext cx="78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4AA57E9-1CDB-1981-BF9C-1731328CE8F2}"/>
                    </a:ext>
                  </a:extLst>
                </p14:cNvPr>
                <p14:cNvContentPartPr/>
                <p14:nvPr/>
              </p14:nvContentPartPr>
              <p14:xfrm>
                <a:off x="10534557" y="1119018"/>
                <a:ext cx="127080" cy="154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4AA57E9-1CDB-1981-BF9C-1731328CE8F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525917" y="1110378"/>
                  <a:ext cx="14472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EAE9BA9-52B3-DB95-A65A-297DEBE7935D}"/>
              </a:ext>
            </a:extLst>
          </p:cNvPr>
          <p:cNvGrpSpPr/>
          <p:nvPr/>
        </p:nvGrpSpPr>
        <p:grpSpPr>
          <a:xfrm>
            <a:off x="10846317" y="378498"/>
            <a:ext cx="580680" cy="545400"/>
            <a:chOff x="10846317" y="378498"/>
            <a:chExt cx="580680" cy="54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6CDA7DA-D6A0-3772-0043-A724F010FAE7}"/>
                    </a:ext>
                  </a:extLst>
                </p14:cNvPr>
                <p14:cNvContentPartPr/>
                <p14:nvPr/>
              </p14:nvContentPartPr>
              <p14:xfrm>
                <a:off x="10846317" y="783138"/>
                <a:ext cx="139320" cy="140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6CDA7DA-D6A0-3772-0043-A724F010FAE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837317" y="774138"/>
                  <a:ext cx="1569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2626291-1691-9145-DB02-70D9A2036752}"/>
                    </a:ext>
                  </a:extLst>
                </p14:cNvPr>
                <p14:cNvContentPartPr/>
                <p14:nvPr/>
              </p14:nvContentPartPr>
              <p14:xfrm>
                <a:off x="11167077" y="613578"/>
                <a:ext cx="36360" cy="38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2626291-1691-9145-DB02-70D9A203675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158077" y="604578"/>
                  <a:ext cx="54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2A665F9-26DF-F0A8-CEA0-CE6597562245}"/>
                    </a:ext>
                  </a:extLst>
                </p14:cNvPr>
                <p14:cNvContentPartPr/>
                <p14:nvPr/>
              </p14:nvContentPartPr>
              <p14:xfrm>
                <a:off x="11322597" y="378498"/>
                <a:ext cx="104400" cy="136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2A665F9-26DF-F0A8-CEA0-CE659756224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313957" y="369858"/>
                  <a:ext cx="122040" cy="15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A51808BB-2722-C1CD-16C6-01EB99302E15}"/>
                  </a:ext>
                </a:extLst>
              </p14:cNvPr>
              <p14:cNvContentPartPr/>
              <p14:nvPr/>
            </p14:nvContentPartPr>
            <p14:xfrm>
              <a:off x="7373037" y="242778"/>
              <a:ext cx="210240" cy="1256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A51808BB-2722-C1CD-16C6-01EB99302E1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364397" y="234138"/>
                <a:ext cx="2278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78630D0-C605-4F0F-4722-265446E99FED}"/>
                  </a:ext>
                </a:extLst>
              </p14:cNvPr>
              <p14:cNvContentPartPr/>
              <p14:nvPr/>
            </p14:nvContentPartPr>
            <p14:xfrm>
              <a:off x="7762557" y="525018"/>
              <a:ext cx="30600" cy="266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78630D0-C605-4F0F-4722-265446E99FE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753557" y="516378"/>
                <a:ext cx="482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27CB92DC-76AE-C161-61FD-C170E2C0884F}"/>
                  </a:ext>
                </a:extLst>
              </p14:cNvPr>
              <p14:cNvContentPartPr/>
              <p14:nvPr/>
            </p14:nvContentPartPr>
            <p14:xfrm>
              <a:off x="8015277" y="797178"/>
              <a:ext cx="38880" cy="597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27CB92DC-76AE-C161-61FD-C170E2C0884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006277" y="788538"/>
                <a:ext cx="56520" cy="7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2C7655E6-87F1-585D-75D6-732481D33FB8}"/>
              </a:ext>
            </a:extLst>
          </p:cNvPr>
          <p:cNvGrpSpPr/>
          <p:nvPr/>
        </p:nvGrpSpPr>
        <p:grpSpPr>
          <a:xfrm>
            <a:off x="8199957" y="1050258"/>
            <a:ext cx="596520" cy="357840"/>
            <a:chOff x="8199957" y="1050258"/>
            <a:chExt cx="59652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34C7D48-A4FE-9EF2-D5F2-8EF19A92C33D}"/>
                    </a:ext>
                  </a:extLst>
                </p14:cNvPr>
                <p14:cNvContentPartPr/>
                <p14:nvPr/>
              </p14:nvContentPartPr>
              <p14:xfrm>
                <a:off x="8199957" y="1050258"/>
                <a:ext cx="93960" cy="83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34C7D48-A4FE-9EF2-D5F2-8EF19A92C33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90957" y="1041618"/>
                  <a:ext cx="111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DE507B9-7129-1126-A669-BD608B7331D6}"/>
                    </a:ext>
                  </a:extLst>
                </p14:cNvPr>
                <p14:cNvContentPartPr/>
                <p14:nvPr/>
              </p14:nvContentPartPr>
              <p14:xfrm>
                <a:off x="8433237" y="1235298"/>
                <a:ext cx="68040" cy="36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DE507B9-7129-1126-A669-BD608B7331D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24597" y="1226298"/>
                  <a:ext cx="85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AE88563-C44B-0466-09B7-E210B7F346FF}"/>
                    </a:ext>
                  </a:extLst>
                </p14:cNvPr>
                <p14:cNvContentPartPr/>
                <p14:nvPr/>
              </p14:nvContentPartPr>
              <p14:xfrm>
                <a:off x="8705757" y="1361658"/>
                <a:ext cx="90720" cy="46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AE88563-C44B-0466-09B7-E210B7F346F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697117" y="1352658"/>
                  <a:ext cx="108360" cy="6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49CE027-4982-FE25-BED4-29ADD6A53C6B}"/>
                  </a:ext>
                </a:extLst>
              </p14:cNvPr>
              <p14:cNvContentPartPr/>
              <p14:nvPr/>
            </p14:nvContentPartPr>
            <p14:xfrm>
              <a:off x="9211917" y="1672698"/>
              <a:ext cx="44280" cy="338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49CE027-4982-FE25-BED4-29ADD6A53C6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202917" y="1663698"/>
                <a:ext cx="619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A40B24CC-0AAF-1501-0C57-48F03F5D6C41}"/>
                  </a:ext>
                </a:extLst>
              </p14:cNvPr>
              <p14:cNvContentPartPr/>
              <p14:nvPr/>
            </p14:nvContentPartPr>
            <p14:xfrm>
              <a:off x="9600717" y="2169138"/>
              <a:ext cx="72000" cy="1054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A40B24CC-0AAF-1501-0C57-48F03F5D6C4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591717" y="2160138"/>
                <a:ext cx="8964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3912D126-AB4E-E2B3-3B18-88FE03383967}"/>
                  </a:ext>
                </a:extLst>
              </p14:cNvPr>
              <p14:cNvContentPartPr/>
              <p14:nvPr/>
            </p14:nvContentPartPr>
            <p14:xfrm>
              <a:off x="9853797" y="2421858"/>
              <a:ext cx="93240" cy="1314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3912D126-AB4E-E2B3-3B18-88FE0338396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845157" y="2412858"/>
                <a:ext cx="11088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1AE2FCC0-002D-B7D9-345D-67014FC96308}"/>
                  </a:ext>
                </a:extLst>
              </p14:cNvPr>
              <p14:cNvContentPartPr/>
              <p14:nvPr/>
            </p14:nvContentPartPr>
            <p14:xfrm>
              <a:off x="10067637" y="2752698"/>
              <a:ext cx="76680" cy="11808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1AE2FCC0-002D-B7D9-345D-67014FC9630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058997" y="2743698"/>
                <a:ext cx="9432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DA7CDDE9-ADB2-E045-2C3A-3468C4CEDBBE}"/>
                  </a:ext>
                </a:extLst>
              </p14:cNvPr>
              <p14:cNvContentPartPr/>
              <p14:nvPr/>
            </p14:nvContentPartPr>
            <p14:xfrm>
              <a:off x="10301277" y="3054018"/>
              <a:ext cx="68760" cy="10980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DA7CDDE9-ADB2-E045-2C3A-3468C4CEDBB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292277" y="3045378"/>
                <a:ext cx="86400" cy="12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C41D7E2-FBCB-C8A9-15EC-F20DBC632EA3}"/>
              </a:ext>
            </a:extLst>
          </p:cNvPr>
          <p:cNvGrpSpPr/>
          <p:nvPr/>
        </p:nvGrpSpPr>
        <p:grpSpPr>
          <a:xfrm>
            <a:off x="10505757" y="3316458"/>
            <a:ext cx="261000" cy="268920"/>
            <a:chOff x="10505757" y="3316458"/>
            <a:chExt cx="26100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E345E2D-C2C8-6222-A476-629D52A5C8CD}"/>
                    </a:ext>
                  </a:extLst>
                </p14:cNvPr>
                <p14:cNvContentPartPr/>
                <p14:nvPr/>
              </p14:nvContentPartPr>
              <p14:xfrm>
                <a:off x="10505757" y="3316458"/>
                <a:ext cx="76320" cy="80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E345E2D-C2C8-6222-A476-629D52A5C8C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96757" y="3307818"/>
                  <a:ext cx="939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DA31ADA-D132-D22C-70EF-CD3A2B00E71C}"/>
                    </a:ext>
                  </a:extLst>
                </p14:cNvPr>
                <p14:cNvContentPartPr/>
                <p14:nvPr/>
              </p14:nvContentPartPr>
              <p14:xfrm>
                <a:off x="10690437" y="3501858"/>
                <a:ext cx="76320" cy="83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DA31ADA-D132-D22C-70EF-CD3A2B00E71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681437" y="3492858"/>
                  <a:ext cx="9396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88F7E43C-8933-446D-8FCE-7607A878D948}"/>
              </a:ext>
            </a:extLst>
          </p:cNvPr>
          <p:cNvGrpSpPr/>
          <p:nvPr/>
        </p:nvGrpSpPr>
        <p:grpSpPr>
          <a:xfrm>
            <a:off x="8871357" y="4114218"/>
            <a:ext cx="1402920" cy="950760"/>
            <a:chOff x="8871357" y="4114218"/>
            <a:chExt cx="1402920" cy="95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147AF04-8A55-EA5E-F00A-0D0EABDB8D8B}"/>
                    </a:ext>
                  </a:extLst>
                </p14:cNvPr>
                <p14:cNvContentPartPr/>
                <p14:nvPr/>
              </p14:nvContentPartPr>
              <p14:xfrm>
                <a:off x="9766317" y="4209978"/>
                <a:ext cx="159120" cy="210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147AF04-8A55-EA5E-F00A-0D0EABDB8D8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57317" y="4201338"/>
                  <a:ext cx="1767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EEA3EAF-5E0F-128D-442F-460AF5BEDCD7}"/>
                    </a:ext>
                  </a:extLst>
                </p14:cNvPr>
                <p14:cNvContentPartPr/>
                <p14:nvPr/>
              </p14:nvContentPartPr>
              <p14:xfrm>
                <a:off x="9732117" y="4658898"/>
                <a:ext cx="212400" cy="373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EEA3EAF-5E0F-128D-442F-460AF5BEDCD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23477" y="4650258"/>
                  <a:ext cx="2300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F1C4547-1CFE-A5A7-7E26-A97B11E9802F}"/>
                    </a:ext>
                  </a:extLst>
                </p14:cNvPr>
                <p14:cNvContentPartPr/>
                <p14:nvPr/>
              </p14:nvContentPartPr>
              <p14:xfrm>
                <a:off x="8871357" y="4338138"/>
                <a:ext cx="110880" cy="5745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F1C4547-1CFE-A5A7-7E26-A97B11E9802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862717" y="4329498"/>
                  <a:ext cx="12852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6A35A26-E4EF-2E6E-F410-CBDCAEAFB29A}"/>
                    </a:ext>
                  </a:extLst>
                </p14:cNvPr>
                <p14:cNvContentPartPr/>
                <p14:nvPr/>
              </p14:nvContentPartPr>
              <p14:xfrm>
                <a:off x="9085197" y="4308978"/>
                <a:ext cx="218160" cy="213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6A35A26-E4EF-2E6E-F410-CBDCAEAFB29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076197" y="4300338"/>
                  <a:ext cx="235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3C4C9DA-7057-1710-895A-6542E7FB92C2}"/>
                    </a:ext>
                  </a:extLst>
                </p14:cNvPr>
                <p14:cNvContentPartPr/>
                <p14:nvPr/>
              </p14:nvContentPartPr>
              <p14:xfrm>
                <a:off x="9163317" y="4887498"/>
                <a:ext cx="278640" cy="93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3C4C9DA-7057-1710-895A-6542E7FB92C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154317" y="4878858"/>
                  <a:ext cx="2962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7DFBFA9-A6CC-97E0-C42D-C169055B5BA5}"/>
                    </a:ext>
                  </a:extLst>
                </p14:cNvPr>
                <p14:cNvContentPartPr/>
                <p14:nvPr/>
              </p14:nvContentPartPr>
              <p14:xfrm>
                <a:off x="9163317" y="4774098"/>
                <a:ext cx="352080" cy="108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7DFBFA9-A6CC-97E0-C42D-C169055B5BA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154317" y="4765098"/>
                  <a:ext cx="369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C567136-015C-1DE6-4A7D-7535437CD199}"/>
                    </a:ext>
                  </a:extLst>
                </p14:cNvPr>
                <p14:cNvContentPartPr/>
                <p14:nvPr/>
              </p14:nvContentPartPr>
              <p14:xfrm>
                <a:off x="9270237" y="4114218"/>
                <a:ext cx="29880" cy="1526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C567136-015C-1DE6-4A7D-7535437CD19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61597" y="4105578"/>
                  <a:ext cx="47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A9006CD-D5DE-74C5-345C-2C311FB59073}"/>
                    </a:ext>
                  </a:extLst>
                </p14:cNvPr>
                <p14:cNvContentPartPr/>
                <p14:nvPr/>
              </p14:nvContentPartPr>
              <p14:xfrm>
                <a:off x="9954237" y="4658898"/>
                <a:ext cx="94320" cy="117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A9006CD-D5DE-74C5-345C-2C311FB5907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945237" y="4650258"/>
                  <a:ext cx="1119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92E8474-4680-1B5F-E9CA-0E35B1E69C9B}"/>
                    </a:ext>
                  </a:extLst>
                </p14:cNvPr>
                <p14:cNvContentPartPr/>
                <p14:nvPr/>
              </p14:nvContentPartPr>
              <p14:xfrm>
                <a:off x="10125957" y="4270098"/>
                <a:ext cx="148320" cy="7948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92E8474-4680-1B5F-E9CA-0E35B1E69C9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117317" y="4261458"/>
                  <a:ext cx="165960" cy="81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A9460633-4D15-A6E2-B098-C52EFB2E7E56}"/>
                  </a:ext>
                </a:extLst>
              </p14:cNvPr>
              <p14:cNvContentPartPr/>
              <p14:nvPr/>
            </p14:nvContentPartPr>
            <p14:xfrm>
              <a:off x="7613517" y="67818"/>
              <a:ext cx="190080" cy="32472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A9460633-4D15-A6E2-B098-C52EFB2E7E56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604877" y="59178"/>
                <a:ext cx="20772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22A81DAA-87D9-9DA5-1962-F59B22376508}"/>
                  </a:ext>
                </a:extLst>
              </p14:cNvPr>
              <p14:cNvContentPartPr/>
              <p14:nvPr/>
            </p14:nvContentPartPr>
            <p14:xfrm>
              <a:off x="11350317" y="3646218"/>
              <a:ext cx="236520" cy="2556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22A81DAA-87D9-9DA5-1962-F59B22376508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1341317" y="3637578"/>
                <a:ext cx="2541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F199E6B6-C585-B62B-B6BB-AC8124F6394F}"/>
                  </a:ext>
                </a:extLst>
              </p14:cNvPr>
              <p14:cNvContentPartPr/>
              <p14:nvPr/>
            </p14:nvContentPartPr>
            <p14:xfrm>
              <a:off x="11759997" y="3287298"/>
              <a:ext cx="265320" cy="18756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F199E6B6-C585-B62B-B6BB-AC8124F6394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1751357" y="3278658"/>
                <a:ext cx="2829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DDA17E3-A47F-EC72-B20D-9AC12331443A}"/>
                  </a:ext>
                </a:extLst>
              </p14:cNvPr>
              <p14:cNvContentPartPr/>
              <p14:nvPr/>
            </p14:nvContentPartPr>
            <p14:xfrm>
              <a:off x="11744877" y="4073538"/>
              <a:ext cx="299880" cy="22932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DDA17E3-A47F-EC72-B20D-9AC12331443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1735877" y="4064898"/>
                <a:ext cx="31752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FF64E9FB-CEB6-7F0C-657E-50681078E3E9}"/>
                  </a:ext>
                </a:extLst>
              </p14:cNvPr>
              <p14:cNvContentPartPr/>
              <p14:nvPr/>
            </p14:nvContentPartPr>
            <p14:xfrm>
              <a:off x="10830477" y="4044018"/>
              <a:ext cx="333000" cy="27756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FF64E9FB-CEB6-7F0C-657E-50681078E3E9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821837" y="4035018"/>
                <a:ext cx="35064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46EB3CA4-25B2-9C8A-243F-69D0C30DAD4E}"/>
                  </a:ext>
                </a:extLst>
              </p14:cNvPr>
              <p14:cNvContentPartPr/>
              <p14:nvPr/>
            </p14:nvContentPartPr>
            <p14:xfrm>
              <a:off x="10782237" y="3198378"/>
              <a:ext cx="342000" cy="3160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46EB3CA4-25B2-9C8A-243F-69D0C30DAD4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0773237" y="3189378"/>
                <a:ext cx="359640" cy="33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CF63CA9-5864-A02E-2C1B-F059D9AF4036}"/>
              </a:ext>
            </a:extLst>
          </p:cNvPr>
          <p:cNvGrpSpPr/>
          <p:nvPr/>
        </p:nvGrpSpPr>
        <p:grpSpPr>
          <a:xfrm>
            <a:off x="11479557" y="2903538"/>
            <a:ext cx="537840" cy="902160"/>
            <a:chOff x="11479557" y="2903538"/>
            <a:chExt cx="537840" cy="90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5B877C1-E0EC-1C59-14C9-5B303760025B}"/>
                    </a:ext>
                  </a:extLst>
                </p14:cNvPr>
                <p14:cNvContentPartPr/>
                <p14:nvPr/>
              </p14:nvContentPartPr>
              <p14:xfrm>
                <a:off x="11479557" y="3654138"/>
                <a:ext cx="537840" cy="1515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5B877C1-E0EC-1C59-14C9-5B303760025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470917" y="3645138"/>
                  <a:ext cx="5554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B58C357-933E-C20C-E70F-49150AB27D9F}"/>
                    </a:ext>
                  </a:extLst>
                </p14:cNvPr>
                <p14:cNvContentPartPr/>
                <p14:nvPr/>
              </p14:nvContentPartPr>
              <p14:xfrm>
                <a:off x="11493957" y="2903538"/>
                <a:ext cx="33840" cy="783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B58C357-933E-C20C-E70F-49150AB27D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484957" y="2894898"/>
                  <a:ext cx="51480" cy="80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DB28CB61-E77B-5A06-440E-D538756AB1C6}"/>
                  </a:ext>
                </a:extLst>
              </p14:cNvPr>
              <p14:cNvContentPartPr/>
              <p14:nvPr/>
            </p14:nvContentPartPr>
            <p14:xfrm>
              <a:off x="11429877" y="3083178"/>
              <a:ext cx="360" cy="705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DB28CB61-E77B-5A06-440E-D538756AB1C6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1420877" y="3074178"/>
                <a:ext cx="180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4BB1F570-7B56-37CB-F4C1-46A490B89A22}"/>
                  </a:ext>
                </a:extLst>
              </p14:cNvPr>
              <p14:cNvContentPartPr/>
              <p14:nvPr/>
            </p14:nvContentPartPr>
            <p14:xfrm>
              <a:off x="11439597" y="3394578"/>
              <a:ext cx="10440" cy="1130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4BB1F570-7B56-37CB-F4C1-46A490B89A2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1430597" y="3385938"/>
                <a:ext cx="280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154DEFEE-CDE4-9811-E0D8-F2DD1EC9642C}"/>
                  </a:ext>
                </a:extLst>
              </p14:cNvPr>
              <p14:cNvContentPartPr/>
              <p14:nvPr/>
            </p14:nvContentPartPr>
            <p14:xfrm>
              <a:off x="11455077" y="4250298"/>
              <a:ext cx="4320" cy="11556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154DEFEE-CDE4-9811-E0D8-F2DD1EC9642C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1446077" y="4241658"/>
                <a:ext cx="219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5946BFA8-7DE5-7D58-BB85-369B6CE77D3F}"/>
                  </a:ext>
                </a:extLst>
              </p14:cNvPr>
              <p14:cNvContentPartPr/>
              <p14:nvPr/>
            </p14:nvContentPartPr>
            <p14:xfrm>
              <a:off x="11439597" y="4600578"/>
              <a:ext cx="360" cy="21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5946BFA8-7DE5-7D58-BB85-369B6CE77D3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430597" y="4591938"/>
                <a:ext cx="18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FF1174D-013A-C69A-838E-3156B6CA1DC7}"/>
                  </a:ext>
                </a:extLst>
              </p14:cNvPr>
              <p14:cNvContentPartPr/>
              <p14:nvPr/>
            </p14:nvContentPartPr>
            <p14:xfrm>
              <a:off x="10612677" y="3725058"/>
              <a:ext cx="206280" cy="3204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FF1174D-013A-C69A-838E-3156B6CA1DC7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0604037" y="3716418"/>
                <a:ext cx="223920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23A60030-7633-E688-977F-4240FCAAEB26}"/>
              </a:ext>
            </a:extLst>
          </p:cNvPr>
          <p:cNvGrpSpPr/>
          <p:nvPr/>
        </p:nvGrpSpPr>
        <p:grpSpPr>
          <a:xfrm>
            <a:off x="11419797" y="2480178"/>
            <a:ext cx="185048" cy="473760"/>
            <a:chOff x="11419797" y="2480178"/>
            <a:chExt cx="185048" cy="47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0980201-2A06-06F8-0502-1548DFFA2AA6}"/>
                    </a:ext>
                  </a:extLst>
                </p14:cNvPr>
                <p14:cNvContentPartPr/>
                <p14:nvPr/>
              </p14:nvContentPartPr>
              <p14:xfrm>
                <a:off x="11426637" y="2645418"/>
                <a:ext cx="12960" cy="1263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0980201-2A06-06F8-0502-1548DFFA2AA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417997" y="2636778"/>
                  <a:ext cx="30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EE4F858-7B42-FCD0-2B58-E6D3673F955E}"/>
                    </a:ext>
                  </a:extLst>
                </p14:cNvPr>
                <p14:cNvContentPartPr/>
                <p14:nvPr/>
              </p14:nvContentPartPr>
              <p14:xfrm>
                <a:off x="11419797" y="2869338"/>
                <a:ext cx="360" cy="846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EE4F858-7B42-FCD0-2B58-E6D3673F955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410797" y="2860698"/>
                  <a:ext cx="18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0543453-841B-3585-C7F5-14A266A4E0BF}"/>
                    </a:ext>
                  </a:extLst>
                </p14:cNvPr>
                <p14:cNvContentPartPr/>
                <p14:nvPr/>
              </p14:nvContentPartPr>
              <p14:xfrm>
                <a:off x="11478125" y="2480178"/>
                <a:ext cx="126720" cy="2757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0543453-841B-3585-C7F5-14A266A4E0B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1469485" y="2471178"/>
                  <a:ext cx="144360" cy="29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99706653-56D3-474A-E441-44B77A937CBC}"/>
                  </a:ext>
                </a:extLst>
              </p14:cNvPr>
              <p14:cNvContentPartPr/>
              <p14:nvPr/>
            </p14:nvContentPartPr>
            <p14:xfrm>
              <a:off x="476525" y="271938"/>
              <a:ext cx="5868000" cy="540072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99706653-56D3-474A-E441-44B77A937CBC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467525" y="262938"/>
                <a:ext cx="5885640" cy="541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98496C8-CCD5-5BA9-57D8-1EB96F357207}"/>
              </a:ext>
            </a:extLst>
          </p:cNvPr>
          <p:cNvGrpSpPr/>
          <p:nvPr/>
        </p:nvGrpSpPr>
        <p:grpSpPr>
          <a:xfrm>
            <a:off x="5129165" y="5259018"/>
            <a:ext cx="261360" cy="358560"/>
            <a:chOff x="5129165" y="5259018"/>
            <a:chExt cx="26136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1625297-C7BE-FEDB-D9B0-B23E3E1404AC}"/>
                    </a:ext>
                  </a:extLst>
                </p14:cNvPr>
                <p14:cNvContentPartPr/>
                <p14:nvPr/>
              </p14:nvContentPartPr>
              <p14:xfrm>
                <a:off x="5129165" y="5259018"/>
                <a:ext cx="193320" cy="358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1625297-C7BE-FEDB-D9B0-B23E3E1404A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120165" y="5250378"/>
                  <a:ext cx="2109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EEAFED5-9ABA-83AA-DE4E-424BEDD5CE74}"/>
                    </a:ext>
                  </a:extLst>
                </p14:cNvPr>
                <p14:cNvContentPartPr/>
                <p14:nvPr/>
              </p14:nvContentPartPr>
              <p14:xfrm>
                <a:off x="5174525" y="5505258"/>
                <a:ext cx="216000" cy="104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EEAFED5-9ABA-83AA-DE4E-424BEDD5CE7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165885" y="5496618"/>
                  <a:ext cx="23364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F445C8D0-BF61-98BF-C9A1-20479309EC6C}"/>
              </a:ext>
            </a:extLst>
          </p:cNvPr>
          <p:cNvGrpSpPr/>
          <p:nvPr/>
        </p:nvGrpSpPr>
        <p:grpSpPr>
          <a:xfrm>
            <a:off x="6262805" y="320538"/>
            <a:ext cx="4566240" cy="5828760"/>
            <a:chOff x="6262805" y="320538"/>
            <a:chExt cx="4566240" cy="582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7581E68-67AF-C251-343D-8B9C4BA39C0B}"/>
                    </a:ext>
                  </a:extLst>
                </p14:cNvPr>
                <p14:cNvContentPartPr/>
                <p14:nvPr/>
              </p14:nvContentPartPr>
              <p14:xfrm>
                <a:off x="6262805" y="320538"/>
                <a:ext cx="4440960" cy="56635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7581E68-67AF-C251-343D-8B9C4BA39C0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253805" y="311898"/>
                  <a:ext cx="4458600" cy="56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BD22F47-5BB0-B174-B82C-4ABA2A56BD8C}"/>
                    </a:ext>
                  </a:extLst>
                </p14:cNvPr>
                <p14:cNvContentPartPr/>
                <p14:nvPr/>
              </p14:nvContentPartPr>
              <p14:xfrm>
                <a:off x="10650125" y="5843658"/>
                <a:ext cx="178920" cy="3056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BD22F47-5BB0-B174-B82C-4ABA2A56BD8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641485" y="5834658"/>
                  <a:ext cx="196560" cy="32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536BE9E6-0476-A6C3-261A-A53F6B7FA113}"/>
              </a:ext>
            </a:extLst>
          </p:cNvPr>
          <p:cNvGrpSpPr/>
          <p:nvPr/>
        </p:nvGrpSpPr>
        <p:grpSpPr>
          <a:xfrm>
            <a:off x="4085165" y="650298"/>
            <a:ext cx="920880" cy="877320"/>
            <a:chOff x="4085165" y="650298"/>
            <a:chExt cx="920880" cy="87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87FE6EF-C559-4018-7D36-239450F2C24E}"/>
                    </a:ext>
                  </a:extLst>
                </p14:cNvPr>
                <p14:cNvContentPartPr/>
                <p14:nvPr/>
              </p14:nvContentPartPr>
              <p14:xfrm>
                <a:off x="4085165" y="1333578"/>
                <a:ext cx="920880" cy="1296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87FE6EF-C559-4018-7D36-239450F2C24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076525" y="1324578"/>
                  <a:ext cx="938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B4275BD-7D5E-947C-A931-D31D4FF6237E}"/>
                    </a:ext>
                  </a:extLst>
                </p14:cNvPr>
                <p14:cNvContentPartPr/>
                <p14:nvPr/>
              </p14:nvContentPartPr>
              <p14:xfrm>
                <a:off x="4133765" y="650298"/>
                <a:ext cx="275040" cy="877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B4275BD-7D5E-947C-A931-D31D4FF6237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125125" y="641298"/>
                  <a:ext cx="292680" cy="89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DF9A7323-1286-0547-2D10-A2CB0F5FA2DF}"/>
              </a:ext>
            </a:extLst>
          </p:cNvPr>
          <p:cNvGrpSpPr/>
          <p:nvPr/>
        </p:nvGrpSpPr>
        <p:grpSpPr>
          <a:xfrm>
            <a:off x="5100200" y="1228920"/>
            <a:ext cx="123480" cy="122760"/>
            <a:chOff x="5100200" y="1228920"/>
            <a:chExt cx="123480" cy="12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C35976E-0730-B6C7-146B-88B15D8CF29A}"/>
                    </a:ext>
                  </a:extLst>
                </p14:cNvPr>
                <p14:cNvContentPartPr/>
                <p14:nvPr/>
              </p14:nvContentPartPr>
              <p14:xfrm>
                <a:off x="5100200" y="1259520"/>
                <a:ext cx="123480" cy="921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C35976E-0730-B6C7-146B-88B15D8CF29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091200" y="1250880"/>
                  <a:ext cx="1411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CE9A503-596B-7D1D-FCB6-1DC34B8076B1}"/>
                    </a:ext>
                  </a:extLst>
                </p14:cNvPr>
                <p14:cNvContentPartPr/>
                <p14:nvPr/>
              </p14:nvContentPartPr>
              <p14:xfrm>
                <a:off x="5119640" y="1228920"/>
                <a:ext cx="72000" cy="1159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CE9A503-596B-7D1D-FCB6-1DC34B8076B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110640" y="1219920"/>
                  <a:ext cx="8964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80A43334-73E7-55CC-2A4C-BE6E932E8349}"/>
                  </a:ext>
                </a:extLst>
              </p14:cNvPr>
              <p14:cNvContentPartPr/>
              <p14:nvPr/>
            </p14:nvContentPartPr>
            <p14:xfrm>
              <a:off x="4519160" y="548160"/>
              <a:ext cx="136080" cy="18720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80A43334-73E7-55CC-2A4C-BE6E932E8349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4510520" y="539520"/>
                <a:ext cx="153720" cy="20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D5EFAB5-69CF-712F-2BD5-3D709AA2655F}"/>
              </a:ext>
            </a:extLst>
          </p:cNvPr>
          <p:cNvGrpSpPr/>
          <p:nvPr/>
        </p:nvGrpSpPr>
        <p:grpSpPr>
          <a:xfrm>
            <a:off x="9385437" y="690360"/>
            <a:ext cx="1449563" cy="1687578"/>
            <a:chOff x="9385437" y="690360"/>
            <a:chExt cx="1449563" cy="168757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0027913-ED9F-14C6-BE75-A24C33981B83}"/>
                    </a:ext>
                  </a:extLst>
                </p14:cNvPr>
                <p14:cNvContentPartPr/>
                <p14:nvPr/>
              </p14:nvContentPartPr>
              <p14:xfrm>
                <a:off x="9385437" y="2030178"/>
                <a:ext cx="277560" cy="277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0027913-ED9F-14C6-BE75-A24C33981B8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376437" y="2021178"/>
                  <a:ext cx="2952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B31E87F-51D4-7516-F47F-DF1FCE80C1B3}"/>
                    </a:ext>
                  </a:extLst>
                </p14:cNvPr>
                <p14:cNvContentPartPr/>
                <p14:nvPr/>
              </p14:nvContentPartPr>
              <p14:xfrm>
                <a:off x="9474717" y="1388658"/>
                <a:ext cx="266040" cy="191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B31E87F-51D4-7516-F47F-DF1FCE80C1B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465717" y="1379658"/>
                  <a:ext cx="283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904AC31-8326-053C-D9D3-609326D96F14}"/>
                    </a:ext>
                  </a:extLst>
                </p14:cNvPr>
                <p14:cNvContentPartPr/>
                <p14:nvPr/>
              </p14:nvContentPartPr>
              <p14:xfrm>
                <a:off x="10077357" y="1370298"/>
                <a:ext cx="218520" cy="178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904AC31-8326-053C-D9D3-609326D96F1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068357" y="1361298"/>
                  <a:ext cx="236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B90AD37-A2E1-184B-1C69-04624A2877CB}"/>
                    </a:ext>
                  </a:extLst>
                </p14:cNvPr>
                <p14:cNvContentPartPr/>
                <p14:nvPr/>
              </p14:nvContentPartPr>
              <p14:xfrm>
                <a:off x="9995997" y="2107578"/>
                <a:ext cx="294840" cy="270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B90AD37-A2E1-184B-1C69-04624A2877C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986997" y="2098938"/>
                  <a:ext cx="3124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017305D-FF7B-FB86-153C-DB0981268E8F}"/>
                    </a:ext>
                  </a:extLst>
                </p14:cNvPr>
                <p14:cNvContentPartPr/>
                <p14:nvPr/>
              </p14:nvContentPartPr>
              <p14:xfrm>
                <a:off x="9611360" y="2175360"/>
                <a:ext cx="1088640" cy="1285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017305D-FF7B-FB86-153C-DB0981268E8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602360" y="2166360"/>
                  <a:ext cx="11062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4269BFA-F827-A55E-FA3D-A871886C9CEC}"/>
                    </a:ext>
                  </a:extLst>
                </p14:cNvPr>
                <p14:cNvContentPartPr/>
                <p14:nvPr/>
              </p14:nvContentPartPr>
              <p14:xfrm>
                <a:off x="10708640" y="2194080"/>
                <a:ext cx="126360" cy="788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4269BFA-F827-A55E-FA3D-A871886C9CE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699640" y="2185440"/>
                  <a:ext cx="144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0E4115C-7FF7-0B77-C34C-12428F829BF7}"/>
                    </a:ext>
                  </a:extLst>
                </p14:cNvPr>
                <p14:cNvContentPartPr/>
                <p14:nvPr/>
              </p14:nvContentPartPr>
              <p14:xfrm>
                <a:off x="10757600" y="2181840"/>
                <a:ext cx="73080" cy="1008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0E4115C-7FF7-0B77-C34C-12428F829BF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748960" y="2172840"/>
                  <a:ext cx="907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9D39494-D022-E6B1-24F4-8FF17AF3CC07}"/>
                    </a:ext>
                  </a:extLst>
                </p14:cNvPr>
                <p14:cNvContentPartPr/>
                <p14:nvPr/>
              </p14:nvContentPartPr>
              <p14:xfrm>
                <a:off x="9438560" y="962880"/>
                <a:ext cx="93240" cy="13129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9D39494-D022-E6B1-24F4-8FF17AF3CC0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429560" y="953880"/>
                  <a:ext cx="110880" cy="13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3A2C49B-1431-8058-F6D1-1FC8A2BB8DCA}"/>
                    </a:ext>
                  </a:extLst>
                </p14:cNvPr>
                <p14:cNvContentPartPr/>
                <p14:nvPr/>
              </p14:nvContentPartPr>
              <p14:xfrm>
                <a:off x="9621440" y="690360"/>
                <a:ext cx="146160" cy="3700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3A2C49B-1431-8058-F6D1-1FC8A2BB8DC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612440" y="681360"/>
                  <a:ext cx="163800" cy="38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DDD3F3CA-3F85-1AAD-F8F3-FAEE5F95D1E1}"/>
                  </a:ext>
                </a:extLst>
              </p14:cNvPr>
              <p14:cNvContentPartPr/>
              <p14:nvPr/>
            </p14:nvContentPartPr>
            <p14:xfrm>
              <a:off x="629360" y="6288720"/>
              <a:ext cx="360" cy="36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DDD3F3CA-3F85-1AAD-F8F3-FAEE5F95D1E1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620720" y="627972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16" name="TextBox 215">
            <a:extLst>
              <a:ext uri="{FF2B5EF4-FFF2-40B4-BE49-F238E27FC236}">
                <a16:creationId xmlns:a16="http://schemas.microsoft.com/office/drawing/2014/main" id="{6BF923CF-BB80-91B4-F741-EC79E26F5C12}"/>
              </a:ext>
            </a:extLst>
          </p:cNvPr>
          <p:cNvSpPr txBox="1"/>
          <p:nvPr/>
        </p:nvSpPr>
        <p:spPr>
          <a:xfrm>
            <a:off x="314960" y="5811520"/>
            <a:ext cx="337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Symmetries </a:t>
            </a:r>
            <a:r>
              <a:rPr lang="it-IT" dirty="0">
                <a:latin typeface="Symbol" panose="05050102010706020507" pitchFamily="18" charset="2"/>
              </a:rPr>
              <a:t>s</a:t>
            </a:r>
            <a:r>
              <a:rPr lang="it-IT" dirty="0"/>
              <a:t>x and </a:t>
            </a:r>
            <a:r>
              <a:rPr lang="it-IT" dirty="0">
                <a:latin typeface="Symbol" panose="05050102010706020507" pitchFamily="18" charset="2"/>
              </a:rPr>
              <a:t>s</a:t>
            </a:r>
            <a:r>
              <a:rPr lang="it-IT" dirty="0"/>
              <a:t>y</a:t>
            </a:r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A29D0C9-D02D-6C3C-FFBD-C4D92A6D2C39}"/>
              </a:ext>
            </a:extLst>
          </p:cNvPr>
          <p:cNvGrpSpPr/>
          <p:nvPr/>
        </p:nvGrpSpPr>
        <p:grpSpPr>
          <a:xfrm>
            <a:off x="7363677" y="4639098"/>
            <a:ext cx="754043" cy="562680"/>
            <a:chOff x="7363677" y="4639098"/>
            <a:chExt cx="754043" cy="56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B713DAC-0AF2-BE53-9C54-A0C8129B0B30}"/>
                    </a:ext>
                  </a:extLst>
                </p14:cNvPr>
                <p14:cNvContentPartPr/>
                <p14:nvPr/>
              </p14:nvContentPartPr>
              <p14:xfrm>
                <a:off x="7577517" y="4698138"/>
                <a:ext cx="18000" cy="2131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B713DAC-0AF2-BE53-9C54-A0C8129B0B3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568877" y="4689138"/>
                  <a:ext cx="356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ECB1437-FEEA-5E48-C4DA-3DE7641FC26E}"/>
                    </a:ext>
                  </a:extLst>
                </p14:cNvPr>
                <p14:cNvContentPartPr/>
                <p14:nvPr/>
              </p14:nvContentPartPr>
              <p14:xfrm>
                <a:off x="7363677" y="4639098"/>
                <a:ext cx="432720" cy="20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ECB1437-FEEA-5E48-C4DA-3DE7641FC26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354677" y="4630098"/>
                  <a:ext cx="450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8608140-41DC-8868-CE7D-1A26B9C81E0D}"/>
                    </a:ext>
                  </a:extLst>
                </p14:cNvPr>
                <p14:cNvContentPartPr/>
                <p14:nvPr/>
              </p14:nvContentPartPr>
              <p14:xfrm>
                <a:off x="7830597" y="4912338"/>
                <a:ext cx="82080" cy="97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8608140-41DC-8868-CE7D-1A26B9C81E0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821597" y="4903338"/>
                  <a:ext cx="997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4E60EA9-DA0E-B1A2-385F-F86698277E66}"/>
                    </a:ext>
                  </a:extLst>
                </p14:cNvPr>
                <p14:cNvContentPartPr/>
                <p14:nvPr/>
              </p14:nvContentPartPr>
              <p14:xfrm>
                <a:off x="7755357" y="4941138"/>
                <a:ext cx="143280" cy="81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4E60EA9-DA0E-B1A2-385F-F86698277E66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746717" y="4932498"/>
                  <a:ext cx="160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E558FF9-CBCE-5497-AF1D-F543FA24D69F}"/>
                    </a:ext>
                  </a:extLst>
                </p14:cNvPr>
                <p14:cNvContentPartPr/>
                <p14:nvPr/>
              </p14:nvContentPartPr>
              <p14:xfrm>
                <a:off x="7963077" y="4949418"/>
                <a:ext cx="94680" cy="2523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E558FF9-CBCE-5497-AF1D-F543FA24D69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954077" y="4940418"/>
                  <a:ext cx="1123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B7884DD-4883-9ED0-753D-D75C476CA135}"/>
                    </a:ext>
                  </a:extLst>
                </p14:cNvPr>
                <p14:cNvContentPartPr/>
                <p14:nvPr/>
              </p14:nvContentPartPr>
              <p14:xfrm>
                <a:off x="7954640" y="4795080"/>
                <a:ext cx="10800" cy="277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B7884DD-4883-9ED0-753D-D75C476CA13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946000" y="4786440"/>
                  <a:ext cx="284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A8A59C4-67D6-08CD-EF23-8440B903B6B7}"/>
                    </a:ext>
                  </a:extLst>
                </p14:cNvPr>
                <p14:cNvContentPartPr/>
                <p14:nvPr/>
              </p14:nvContentPartPr>
              <p14:xfrm>
                <a:off x="8111240" y="4805520"/>
                <a:ext cx="6480" cy="730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A8A59C4-67D6-08CD-EF23-8440B903B6B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102600" y="4796520"/>
                  <a:ext cx="24120" cy="9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FCB396A6-495B-B64B-A514-F01C459C35EE}"/>
                  </a:ext>
                </a:extLst>
              </p14:cNvPr>
              <p14:cNvContentPartPr/>
              <p14:nvPr/>
            </p14:nvContentPartPr>
            <p14:xfrm>
              <a:off x="11662640" y="2438160"/>
              <a:ext cx="10800" cy="17280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FCB396A6-495B-B64B-A514-F01C459C35EE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11654000" y="2429160"/>
                <a:ext cx="28440" cy="19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13681B53-A3C1-4319-726F-721B09829F84}"/>
              </a:ext>
            </a:extLst>
          </p:cNvPr>
          <p:cNvGrpSpPr/>
          <p:nvPr/>
        </p:nvGrpSpPr>
        <p:grpSpPr>
          <a:xfrm>
            <a:off x="11079597" y="3728400"/>
            <a:ext cx="1101240" cy="340818"/>
            <a:chOff x="11079597" y="3728400"/>
            <a:chExt cx="1101240" cy="34081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E177C40-806F-C016-678D-F0338ABA9CDA}"/>
                    </a:ext>
                  </a:extLst>
                </p14:cNvPr>
                <p14:cNvContentPartPr/>
                <p14:nvPr/>
              </p14:nvContentPartPr>
              <p14:xfrm>
                <a:off x="11448957" y="4036818"/>
                <a:ext cx="9720" cy="324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E177C40-806F-C016-678D-F0338ABA9CD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440317" y="4027818"/>
                  <a:ext cx="273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4D40ACB-F986-CDDA-A7F4-87AF84F57872}"/>
                    </a:ext>
                  </a:extLst>
                </p14:cNvPr>
                <p14:cNvContentPartPr/>
                <p14:nvPr/>
              </p14:nvContentPartPr>
              <p14:xfrm>
                <a:off x="11448957" y="3735138"/>
                <a:ext cx="360" cy="1562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4D40ACB-F986-CDDA-A7F4-87AF84F5787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440317" y="3726498"/>
                  <a:ext cx="18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F22C488-F792-2D6F-F4B8-3354F13B4EAC}"/>
                    </a:ext>
                  </a:extLst>
                </p14:cNvPr>
                <p14:cNvContentPartPr/>
                <p14:nvPr/>
              </p14:nvContentPartPr>
              <p14:xfrm>
                <a:off x="11079597" y="3774018"/>
                <a:ext cx="109800" cy="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F22C488-F792-2D6F-F4B8-3354F13B4EA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070957" y="3765018"/>
                  <a:ext cx="127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528FAE5-BC28-1FD1-E685-9B712A6BEEF7}"/>
                    </a:ext>
                  </a:extLst>
                </p14:cNvPr>
                <p14:cNvContentPartPr/>
                <p14:nvPr/>
              </p14:nvContentPartPr>
              <p14:xfrm>
                <a:off x="11264277" y="3763938"/>
                <a:ext cx="97200" cy="10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528FAE5-BC28-1FD1-E685-9B712A6BEEF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255637" y="3754938"/>
                  <a:ext cx="114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B2F0DE5-F8FF-233C-0763-5D809AF31832}"/>
                    </a:ext>
                  </a:extLst>
                </p14:cNvPr>
                <p14:cNvContentPartPr/>
                <p14:nvPr/>
              </p14:nvContentPartPr>
              <p14:xfrm>
                <a:off x="11536437" y="3764298"/>
                <a:ext cx="111600" cy="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B2F0DE5-F8FF-233C-0763-5D809AF3183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527797" y="3755298"/>
                  <a:ext cx="129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0935DCC-8C2A-28DB-5E04-91AEA979857C}"/>
                    </a:ext>
                  </a:extLst>
                </p14:cNvPr>
                <p14:cNvContentPartPr/>
                <p14:nvPr/>
              </p14:nvContentPartPr>
              <p14:xfrm>
                <a:off x="11848197" y="3774018"/>
                <a:ext cx="150480" cy="28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0935DCC-8C2A-28DB-5E04-91AEA979857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839197" y="3765018"/>
                  <a:ext cx="168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44E7D9A-CC4B-0252-9C45-AA3D085A7505}"/>
                    </a:ext>
                  </a:extLst>
                </p14:cNvPr>
                <p14:cNvContentPartPr/>
                <p14:nvPr/>
              </p14:nvContentPartPr>
              <p14:xfrm>
                <a:off x="12100917" y="3803178"/>
                <a:ext cx="79920" cy="25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44E7D9A-CC4B-0252-9C45-AA3D085A750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2091917" y="3794538"/>
                  <a:ext cx="97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ED9D214-D42E-342A-80F0-EA642B84DDDF}"/>
                    </a:ext>
                  </a:extLst>
                </p14:cNvPr>
                <p14:cNvContentPartPr/>
                <p14:nvPr/>
              </p14:nvContentPartPr>
              <p14:xfrm>
                <a:off x="12091205" y="3919818"/>
                <a:ext cx="22680" cy="59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ED9D214-D42E-342A-80F0-EA642B84DDD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2082565" y="3911178"/>
                  <a:ext cx="40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768BD75-296A-61D1-AE84-EE5A58804D28}"/>
                    </a:ext>
                  </a:extLst>
                </p14:cNvPr>
                <p14:cNvContentPartPr/>
                <p14:nvPr/>
              </p14:nvContentPartPr>
              <p14:xfrm>
                <a:off x="12031085" y="3919818"/>
                <a:ext cx="128520" cy="748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768BD75-296A-61D1-AE84-EE5A58804D2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2022085" y="3911178"/>
                  <a:ext cx="1461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2893829-8FB0-D6AA-42C6-A39CD5E81D3F}"/>
                    </a:ext>
                  </a:extLst>
                </p14:cNvPr>
                <p14:cNvContentPartPr/>
                <p14:nvPr/>
              </p14:nvContentPartPr>
              <p14:xfrm>
                <a:off x="12171680" y="3728400"/>
                <a:ext cx="360" cy="831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2893829-8FB0-D6AA-42C6-A39CD5E81D3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2162680" y="3719400"/>
                  <a:ext cx="1800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3415D582-48D3-D641-09DF-F237BBEA0DEA}"/>
              </a:ext>
            </a:extLst>
          </p:cNvPr>
          <p:cNvGrpSpPr/>
          <p:nvPr/>
        </p:nvGrpSpPr>
        <p:grpSpPr>
          <a:xfrm>
            <a:off x="11566677" y="141720"/>
            <a:ext cx="277403" cy="263778"/>
            <a:chOff x="11566677" y="141720"/>
            <a:chExt cx="277403" cy="26377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34C59CB-D5E5-52C2-AC3A-29E614B2DC23}"/>
                    </a:ext>
                  </a:extLst>
                </p14:cNvPr>
                <p14:cNvContentPartPr/>
                <p14:nvPr/>
              </p14:nvContentPartPr>
              <p14:xfrm>
                <a:off x="11585037" y="242778"/>
                <a:ext cx="165600" cy="162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34C59CB-D5E5-52C2-AC3A-29E614B2DC2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576397" y="234138"/>
                  <a:ext cx="183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C7E2F6B-FF1E-9524-F19F-44726872960C}"/>
                    </a:ext>
                  </a:extLst>
                </p14:cNvPr>
                <p14:cNvContentPartPr/>
                <p14:nvPr/>
              </p14:nvContentPartPr>
              <p14:xfrm>
                <a:off x="11566677" y="233418"/>
                <a:ext cx="193680" cy="1429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C7E2F6B-FF1E-9524-F19F-44726872960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558037" y="224418"/>
                  <a:ext cx="2113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12BB45E-1376-F475-E96D-1A928C7E743E}"/>
                    </a:ext>
                  </a:extLst>
                </p14:cNvPr>
                <p14:cNvContentPartPr/>
                <p14:nvPr/>
              </p14:nvContentPartPr>
              <p14:xfrm>
                <a:off x="11835800" y="141720"/>
                <a:ext cx="8280" cy="716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12BB45E-1376-F475-E96D-1A928C7E743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827160" y="132720"/>
                  <a:ext cx="2592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AF502F88-35FD-B4F9-F377-EB8245E7B80E}"/>
                  </a:ext>
                </a:extLst>
              </p14:cNvPr>
              <p14:cNvContentPartPr/>
              <p14:nvPr/>
            </p14:nvContentPartPr>
            <p14:xfrm>
              <a:off x="7908920" y="80880"/>
              <a:ext cx="36000" cy="10116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AF502F88-35FD-B4F9-F377-EB8245E7B80E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7899920" y="71880"/>
                <a:ext cx="53640" cy="118800"/>
              </a:xfrm>
              <a:prstGeom prst="rect">
                <a:avLst/>
              </a:prstGeom>
            </p:spPr>
          </p:pic>
        </mc:Fallback>
      </mc:AlternateContent>
      <p:sp>
        <p:nvSpPr>
          <p:cNvPr id="226" name="TextBox 225">
            <a:extLst>
              <a:ext uri="{FF2B5EF4-FFF2-40B4-BE49-F238E27FC236}">
                <a16:creationId xmlns:a16="http://schemas.microsoft.com/office/drawing/2014/main" id="{8C08171E-43D2-B035-B68E-7F230927DBA7}"/>
              </a:ext>
            </a:extLst>
          </p:cNvPr>
          <p:cNvSpPr txBox="1"/>
          <p:nvPr/>
        </p:nvSpPr>
        <p:spPr>
          <a:xfrm>
            <a:off x="6962537" y="6180852"/>
            <a:ext cx="337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Symmetries </a:t>
            </a:r>
            <a:r>
              <a:rPr lang="it-IT" dirty="0">
                <a:latin typeface="Symbol" panose="05050102010706020507" pitchFamily="18" charset="2"/>
              </a:rPr>
              <a:t>s</a:t>
            </a:r>
            <a:r>
              <a:rPr lang="it-IT" dirty="0"/>
              <a:t>x’ and </a:t>
            </a:r>
            <a:r>
              <a:rPr lang="it-IT" dirty="0">
                <a:latin typeface="Symbol" panose="05050102010706020507" pitchFamily="18" charset="2"/>
              </a:rPr>
              <a:t>s</a:t>
            </a:r>
            <a:r>
              <a:rPr lang="it-IT" dirty="0"/>
              <a:t>y’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0DC27EB-0490-5A64-64D0-8260121824E7}"/>
              </a:ext>
            </a:extLst>
          </p:cNvPr>
          <p:cNvGrpSpPr/>
          <p:nvPr/>
        </p:nvGrpSpPr>
        <p:grpSpPr>
          <a:xfrm>
            <a:off x="2684757" y="164658"/>
            <a:ext cx="3392123" cy="1910880"/>
            <a:chOff x="2684757" y="164658"/>
            <a:chExt cx="3392123" cy="191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7CA8112-1FFB-69BF-86F2-C23D79AFC723}"/>
                    </a:ext>
                  </a:extLst>
                </p14:cNvPr>
                <p14:cNvContentPartPr/>
                <p14:nvPr/>
              </p14:nvContentPartPr>
              <p14:xfrm>
                <a:off x="3151677" y="1835778"/>
                <a:ext cx="2599560" cy="99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7CA8112-1FFB-69BF-86F2-C23D79AFC72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142677" y="1827138"/>
                  <a:ext cx="2617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A148F5D-D93C-087E-D0EB-8F7C49CEB287}"/>
                    </a:ext>
                  </a:extLst>
                </p14:cNvPr>
                <p14:cNvContentPartPr/>
                <p14:nvPr/>
              </p14:nvContentPartPr>
              <p14:xfrm>
                <a:off x="5865357" y="1721298"/>
                <a:ext cx="86400" cy="162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A148F5D-D93C-087E-D0EB-8F7C49CEB28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856357" y="1712658"/>
                  <a:ext cx="104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F8047F5-57D1-24A9-55AB-D4703DE895DB}"/>
                    </a:ext>
                  </a:extLst>
                </p14:cNvPr>
                <p14:cNvContentPartPr/>
                <p14:nvPr/>
              </p14:nvContentPartPr>
              <p14:xfrm>
                <a:off x="5906757" y="1740738"/>
                <a:ext cx="75600" cy="110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F8047F5-57D1-24A9-55AB-D4703DE895D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898117" y="1731738"/>
                  <a:ext cx="93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A76E7F3-A6A3-0438-025E-8E556FDC290A}"/>
                    </a:ext>
                  </a:extLst>
                </p14:cNvPr>
                <p14:cNvContentPartPr/>
                <p14:nvPr/>
              </p14:nvContentPartPr>
              <p14:xfrm>
                <a:off x="5807037" y="1805898"/>
                <a:ext cx="106200" cy="178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A76E7F3-A6A3-0438-025E-8E556FDC290A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798037" y="1797258"/>
                  <a:ext cx="1238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75C1FCE-46C4-67F8-774B-82D3F0CCFD42}"/>
                    </a:ext>
                  </a:extLst>
                </p14:cNvPr>
                <p14:cNvContentPartPr/>
                <p14:nvPr/>
              </p14:nvContentPartPr>
              <p14:xfrm>
                <a:off x="2888517" y="194178"/>
                <a:ext cx="360" cy="92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75C1FCE-46C4-67F8-774B-82D3F0CCFD4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879877" y="185538"/>
                  <a:ext cx="18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5B659C2-E6F5-B189-63FC-7E8902C42292}"/>
                    </a:ext>
                  </a:extLst>
                </p14:cNvPr>
                <p14:cNvContentPartPr/>
                <p14:nvPr/>
              </p14:nvContentPartPr>
              <p14:xfrm>
                <a:off x="2878797" y="437178"/>
                <a:ext cx="360" cy="21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5B659C2-E6F5-B189-63FC-7E8902C4229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870157" y="428538"/>
                  <a:ext cx="18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01F1C0E-8645-CE55-4D1E-CF28E0423899}"/>
                    </a:ext>
                  </a:extLst>
                </p14:cNvPr>
                <p14:cNvContentPartPr/>
                <p14:nvPr/>
              </p14:nvContentPartPr>
              <p14:xfrm>
                <a:off x="2878797" y="593058"/>
                <a:ext cx="360" cy="30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01F1C0E-8645-CE55-4D1E-CF28E042389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870157" y="584418"/>
                  <a:ext cx="18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9BB7E2C-0BC0-70E4-3BC5-621B2C445765}"/>
                    </a:ext>
                  </a:extLst>
                </p14:cNvPr>
                <p14:cNvContentPartPr/>
                <p14:nvPr/>
              </p14:nvContentPartPr>
              <p14:xfrm>
                <a:off x="2875197" y="836418"/>
                <a:ext cx="4320" cy="92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9BB7E2C-0BC0-70E4-3BC5-621B2C44576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866197" y="827418"/>
                  <a:ext cx="219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2A1CAAD-A9FA-D0EF-23A7-ADB4636FB80E}"/>
                    </a:ext>
                  </a:extLst>
                </p14:cNvPr>
                <p14:cNvContentPartPr/>
                <p14:nvPr/>
              </p14:nvContentPartPr>
              <p14:xfrm>
                <a:off x="2851077" y="1157178"/>
                <a:ext cx="9000" cy="36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2A1CAAD-A9FA-D0EF-23A7-ADB4636FB80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842077" y="1148178"/>
                  <a:ext cx="26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633F144-397E-774C-4D13-B3E78FCD4D83}"/>
                    </a:ext>
                  </a:extLst>
                </p14:cNvPr>
                <p14:cNvContentPartPr/>
                <p14:nvPr/>
              </p14:nvContentPartPr>
              <p14:xfrm>
                <a:off x="2859717" y="1303338"/>
                <a:ext cx="360" cy="21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633F144-397E-774C-4D13-B3E78FCD4D83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850717" y="1294338"/>
                  <a:ext cx="18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93AB14D-FB77-FCA9-45F3-5575C5FEDC3D}"/>
                    </a:ext>
                  </a:extLst>
                </p14:cNvPr>
                <p14:cNvContentPartPr/>
                <p14:nvPr/>
              </p14:nvContentPartPr>
              <p14:xfrm>
                <a:off x="2859717" y="1439058"/>
                <a:ext cx="360" cy="55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93AB14D-FB77-FCA9-45F3-5575C5FEDC3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850717" y="1430418"/>
                  <a:ext cx="18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F3B151D-4488-D634-7BAB-B5ECA0F34CDC}"/>
                    </a:ext>
                  </a:extLst>
                </p14:cNvPr>
                <p14:cNvContentPartPr/>
                <p14:nvPr/>
              </p14:nvContentPartPr>
              <p14:xfrm>
                <a:off x="2898237" y="1634178"/>
                <a:ext cx="9720" cy="46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F3B151D-4488-D634-7BAB-B5ECA0F34CD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889597" y="1625178"/>
                  <a:ext cx="27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811B28E-790A-1081-3007-64FFA44894A0}"/>
                    </a:ext>
                  </a:extLst>
                </p14:cNvPr>
                <p14:cNvContentPartPr/>
                <p14:nvPr/>
              </p14:nvContentPartPr>
              <p14:xfrm>
                <a:off x="2908317" y="1954938"/>
                <a:ext cx="360" cy="45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811B28E-790A-1081-3007-64FFA44894A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899677" y="1945938"/>
                  <a:ext cx="180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AF28FF-7072-4F21-516D-8C3429018C1D}"/>
                    </a:ext>
                  </a:extLst>
                </p14:cNvPr>
                <p14:cNvContentPartPr/>
                <p14:nvPr/>
              </p14:nvContentPartPr>
              <p14:xfrm>
                <a:off x="2908317" y="2052138"/>
                <a:ext cx="360" cy="23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AF28FF-7072-4F21-516D-8C3429018C1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899677" y="2043498"/>
                  <a:ext cx="18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20CD2F8-5E9F-6BEC-BFC2-69A22B5E8098}"/>
                    </a:ext>
                  </a:extLst>
                </p14:cNvPr>
                <p14:cNvContentPartPr/>
                <p14:nvPr/>
              </p14:nvContentPartPr>
              <p14:xfrm>
                <a:off x="2684757" y="2044578"/>
                <a:ext cx="137520" cy="8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20CD2F8-5E9F-6BEC-BFC2-69A22B5E809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675757" y="2035578"/>
                  <a:ext cx="1551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9C9D65B-A803-B4BB-101C-6AE04A2FC4EB}"/>
                    </a:ext>
                  </a:extLst>
                </p14:cNvPr>
                <p14:cNvContentPartPr/>
                <p14:nvPr/>
              </p14:nvContentPartPr>
              <p14:xfrm>
                <a:off x="2966637" y="2032698"/>
                <a:ext cx="8496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9C9D65B-A803-B4BB-101C-6AE04A2FC4E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957997" y="2023698"/>
                  <a:ext cx="102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22B653C-49BD-7DEE-85FE-0D1E80721381}"/>
                    </a:ext>
                  </a:extLst>
                </p14:cNvPr>
                <p14:cNvContentPartPr/>
                <p14:nvPr/>
              </p14:nvContentPartPr>
              <p14:xfrm>
                <a:off x="3278037" y="2022978"/>
                <a:ext cx="39240" cy="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22B653C-49BD-7DEE-85FE-0D1E8072138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269037" y="2013978"/>
                  <a:ext cx="56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CBD92F8-E8DD-5499-536E-12C8CA1BB0BD}"/>
                    </a:ext>
                  </a:extLst>
                </p14:cNvPr>
                <p14:cNvContentPartPr/>
                <p14:nvPr/>
              </p14:nvContentPartPr>
              <p14:xfrm>
                <a:off x="3618597" y="2022978"/>
                <a:ext cx="11412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BD92F8-E8DD-5499-536E-12C8CA1BB0BD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609597" y="2013978"/>
                  <a:ext cx="131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5549D43-F729-C819-F33F-280A405A92BD}"/>
                    </a:ext>
                  </a:extLst>
                </p14:cNvPr>
                <p14:cNvContentPartPr/>
                <p14:nvPr/>
              </p14:nvContentPartPr>
              <p14:xfrm>
                <a:off x="3997677" y="2022978"/>
                <a:ext cx="60480" cy="7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5549D43-F729-C819-F33F-280A405A92B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988677" y="2013978"/>
                  <a:ext cx="78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CF80BD0-625F-1CEB-E47D-861580F1DBEE}"/>
                    </a:ext>
                  </a:extLst>
                </p14:cNvPr>
                <p14:cNvContentPartPr/>
                <p14:nvPr/>
              </p14:nvContentPartPr>
              <p14:xfrm>
                <a:off x="4298997" y="2032698"/>
                <a:ext cx="75240" cy="10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CF80BD0-625F-1CEB-E47D-861580F1DBE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290357" y="2023698"/>
                  <a:ext cx="92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E9F667C-940A-ED02-8C66-73BC9AB13C6B}"/>
                    </a:ext>
                  </a:extLst>
                </p14:cNvPr>
                <p14:cNvContentPartPr/>
                <p14:nvPr/>
              </p14:nvContentPartPr>
              <p14:xfrm>
                <a:off x="4581237" y="2042778"/>
                <a:ext cx="54000" cy="6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E9F667C-940A-ED02-8C66-73BC9AB13C6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572597" y="2033778"/>
                  <a:ext cx="71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7034B3-81FB-D13D-1FF7-12C3A1C6FAC6}"/>
                    </a:ext>
                  </a:extLst>
                </p14:cNvPr>
                <p14:cNvContentPartPr/>
                <p14:nvPr/>
              </p14:nvContentPartPr>
              <p14:xfrm>
                <a:off x="4844037" y="2052138"/>
                <a:ext cx="90000" cy="10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7034B3-81FB-D13D-1FF7-12C3A1C6FAC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835397" y="2043498"/>
                  <a:ext cx="107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4B76673-9ED0-60CF-C47A-4B7354DE8010}"/>
                    </a:ext>
                  </a:extLst>
                </p14:cNvPr>
                <p14:cNvContentPartPr/>
                <p14:nvPr/>
              </p14:nvContentPartPr>
              <p14:xfrm>
                <a:off x="5106477" y="2061858"/>
                <a:ext cx="94320" cy="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4B76673-9ED0-60CF-C47A-4B7354DE801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097837" y="2053218"/>
                  <a:ext cx="111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E2CFF6D-2EC2-5973-19C8-9368990479EC}"/>
                    </a:ext>
                  </a:extLst>
                </p14:cNvPr>
                <p14:cNvContentPartPr/>
                <p14:nvPr/>
              </p14:nvContentPartPr>
              <p14:xfrm>
                <a:off x="3209637" y="240258"/>
                <a:ext cx="239040" cy="1782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E2CFF6D-2EC2-5973-19C8-9368990479E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200997" y="231618"/>
                  <a:ext cx="256680" cy="180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3A5AE07-84FA-3ED0-376C-29A11230056F}"/>
                    </a:ext>
                  </a:extLst>
                </p14:cNvPr>
                <p14:cNvContentPartPr/>
                <p14:nvPr/>
              </p14:nvContentPartPr>
              <p14:xfrm>
                <a:off x="3578997" y="164658"/>
                <a:ext cx="110160" cy="342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3A5AE07-84FA-3ED0-376C-29A11230056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569997" y="156018"/>
                  <a:ext cx="1278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EE92A49-0C8B-AEE2-3202-E993B6A3555D}"/>
                    </a:ext>
                  </a:extLst>
                </p14:cNvPr>
                <p14:cNvContentPartPr/>
                <p14:nvPr/>
              </p14:nvContentPartPr>
              <p14:xfrm>
                <a:off x="6054920" y="1665600"/>
                <a:ext cx="21960" cy="1152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EE92A49-0C8B-AEE2-3202-E993B6A3555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045920" y="1656960"/>
                  <a:ext cx="3960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1E2CEE0A-E5B8-60FF-18FC-F81FFA673825}"/>
                  </a:ext>
                </a:extLst>
              </p14:cNvPr>
              <p14:cNvContentPartPr/>
              <p14:nvPr/>
            </p14:nvContentPartPr>
            <p14:xfrm>
              <a:off x="3737960" y="131640"/>
              <a:ext cx="21600" cy="6012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1E2CEE0A-E5B8-60FF-18FC-F81FFA673825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3728960" y="122640"/>
                <a:ext cx="39240" cy="7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Group 231">
            <a:extLst>
              <a:ext uri="{FF2B5EF4-FFF2-40B4-BE49-F238E27FC236}">
                <a16:creationId xmlns:a16="http://schemas.microsoft.com/office/drawing/2014/main" id="{15069F62-E0F1-687F-B9AE-7283D097DC69}"/>
              </a:ext>
            </a:extLst>
          </p:cNvPr>
          <p:cNvGrpSpPr/>
          <p:nvPr/>
        </p:nvGrpSpPr>
        <p:grpSpPr>
          <a:xfrm>
            <a:off x="2003637" y="4441098"/>
            <a:ext cx="1313280" cy="816120"/>
            <a:chOff x="2003637" y="4441098"/>
            <a:chExt cx="1313280" cy="81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8F226EE-FA6B-01E9-9A04-17EAAF14A4A0}"/>
                    </a:ext>
                  </a:extLst>
                </p14:cNvPr>
                <p14:cNvContentPartPr/>
                <p14:nvPr/>
              </p14:nvContentPartPr>
              <p14:xfrm>
                <a:off x="2227197" y="4756458"/>
                <a:ext cx="360" cy="214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8F226EE-FA6B-01E9-9A04-17EAAF14A4A0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218557" y="4747458"/>
                  <a:ext cx="18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1ED607F-2595-403D-1379-2E3EAAEDE266}"/>
                    </a:ext>
                  </a:extLst>
                </p14:cNvPr>
                <p14:cNvContentPartPr/>
                <p14:nvPr/>
              </p14:nvContentPartPr>
              <p14:xfrm>
                <a:off x="2003637" y="4664298"/>
                <a:ext cx="365040" cy="43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1ED607F-2595-403D-1379-2E3EAAEDE26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994637" y="4655298"/>
                  <a:ext cx="382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384C30D-F00A-0B16-8986-C1C6455CD4C7}"/>
                    </a:ext>
                  </a:extLst>
                </p14:cNvPr>
                <p14:cNvContentPartPr/>
                <p14:nvPr/>
              </p14:nvContentPartPr>
              <p14:xfrm>
                <a:off x="2811117" y="4464498"/>
                <a:ext cx="165600" cy="767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384C30D-F00A-0B16-8986-C1C6455CD4C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802477" y="4455858"/>
                  <a:ext cx="183240" cy="78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3373E90-4EE2-2B0B-6A70-D475477235BB}"/>
                    </a:ext>
                  </a:extLst>
                </p14:cNvPr>
                <p14:cNvContentPartPr/>
                <p14:nvPr/>
              </p14:nvContentPartPr>
              <p14:xfrm>
                <a:off x="3121437" y="4441098"/>
                <a:ext cx="195480" cy="201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3373E90-4EE2-2B0B-6A70-D475477235B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112437" y="4432458"/>
                  <a:ext cx="213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796E9A6-C6B0-4E1A-43A6-119AABB1E6ED}"/>
                    </a:ext>
                  </a:extLst>
                </p14:cNvPr>
                <p14:cNvContentPartPr/>
                <p14:nvPr/>
              </p14:nvContentPartPr>
              <p14:xfrm>
                <a:off x="3021717" y="4991178"/>
                <a:ext cx="240480" cy="175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796E9A6-C6B0-4E1A-43A6-119AABB1E6E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012717" y="4982538"/>
                  <a:ext cx="258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ED20D97-39AF-36AC-C39E-CEC22AA7B63A}"/>
                    </a:ext>
                  </a:extLst>
                </p14:cNvPr>
                <p14:cNvContentPartPr/>
                <p14:nvPr/>
              </p14:nvContentPartPr>
              <p14:xfrm>
                <a:off x="2314677" y="5048418"/>
                <a:ext cx="78840" cy="1234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ED20D97-39AF-36AC-C39E-CEC22AA7B63A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305677" y="5039418"/>
                  <a:ext cx="96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2EE7E4B-BA60-9E9A-0791-D63864C12226}"/>
                    </a:ext>
                  </a:extLst>
                </p14:cNvPr>
                <p14:cNvContentPartPr/>
                <p14:nvPr/>
              </p14:nvContentPartPr>
              <p14:xfrm>
                <a:off x="2302797" y="5081538"/>
                <a:ext cx="90000" cy="43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2EE7E4B-BA60-9E9A-0791-D63864C1222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294157" y="5072538"/>
                  <a:ext cx="107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68D80EF-F512-0391-6704-7F27330391C7}"/>
                    </a:ext>
                  </a:extLst>
                </p14:cNvPr>
                <p14:cNvContentPartPr/>
                <p14:nvPr/>
              </p14:nvContentPartPr>
              <p14:xfrm>
                <a:off x="2461557" y="5057778"/>
                <a:ext cx="89280" cy="199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68D80EF-F512-0391-6704-7F27330391C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452917" y="5049138"/>
                  <a:ext cx="1069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D956F35-EE5C-C978-3AE4-16E1BACA798E}"/>
                    </a:ext>
                  </a:extLst>
                </p14:cNvPr>
                <p14:cNvContentPartPr/>
                <p14:nvPr/>
              </p14:nvContentPartPr>
              <p14:xfrm>
                <a:off x="2420000" y="4978320"/>
                <a:ext cx="8280" cy="58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D956F35-EE5C-C978-3AE4-16E1BACA798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411360" y="4969320"/>
                  <a:ext cx="259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6C47144-18F0-D43D-93F3-0D2DC21CB501}"/>
                    </a:ext>
                  </a:extLst>
                </p14:cNvPr>
                <p14:cNvContentPartPr/>
                <p14:nvPr/>
              </p14:nvContentPartPr>
              <p14:xfrm>
                <a:off x="2637080" y="4998480"/>
                <a:ext cx="14400" cy="136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6C47144-18F0-D43D-93F3-0D2DC21CB50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628440" y="4989480"/>
                  <a:ext cx="3204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45BD8676-AB95-92E6-B7CC-1A7124643A3A}"/>
              </a:ext>
            </a:extLst>
          </p:cNvPr>
          <p:cNvGrpSpPr/>
          <p:nvPr/>
        </p:nvGrpSpPr>
        <p:grpSpPr>
          <a:xfrm>
            <a:off x="1157840" y="4043040"/>
            <a:ext cx="821880" cy="677880"/>
            <a:chOff x="1157840" y="4043040"/>
            <a:chExt cx="821880" cy="67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61A2046-BA61-CBB4-75F2-DDA3181FAF79}"/>
                    </a:ext>
                  </a:extLst>
                </p14:cNvPr>
                <p14:cNvContentPartPr/>
                <p14:nvPr/>
              </p14:nvContentPartPr>
              <p14:xfrm>
                <a:off x="1777400" y="4541280"/>
                <a:ext cx="202320" cy="1051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61A2046-BA61-CBB4-75F2-DDA3181FAF7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768760" y="4532640"/>
                  <a:ext cx="2199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D0CB22A-6AF3-0D56-8801-1AD1620EA452}"/>
                    </a:ext>
                  </a:extLst>
                </p14:cNvPr>
                <p14:cNvContentPartPr/>
                <p14:nvPr/>
              </p14:nvContentPartPr>
              <p14:xfrm>
                <a:off x="1716560" y="4581600"/>
                <a:ext cx="216000" cy="1393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D0CB22A-6AF3-0D56-8801-1AD1620EA45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707920" y="4572960"/>
                  <a:ext cx="233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39B8399-0DA4-8DF4-142A-1079EFB98B17}"/>
                    </a:ext>
                  </a:extLst>
                </p14:cNvPr>
                <p14:cNvContentPartPr/>
                <p14:nvPr/>
              </p14:nvContentPartPr>
              <p14:xfrm>
                <a:off x="1330640" y="4114680"/>
                <a:ext cx="9360" cy="210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39B8399-0DA4-8DF4-142A-1079EFB98B1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322000" y="4105680"/>
                  <a:ext cx="270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650961A-A2B7-E99E-0BEA-1A5B694E7D53}"/>
                    </a:ext>
                  </a:extLst>
                </p14:cNvPr>
                <p14:cNvContentPartPr/>
                <p14:nvPr/>
              </p14:nvContentPartPr>
              <p14:xfrm>
                <a:off x="1157840" y="4043040"/>
                <a:ext cx="372240" cy="3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650961A-A2B7-E99E-0BEA-1A5B694E7D5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49200" y="4034400"/>
                  <a:ext cx="389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7E349BE-59A9-CD07-348E-B4A93689975F}"/>
                    </a:ext>
                  </a:extLst>
                </p14:cNvPr>
                <p14:cNvContentPartPr/>
                <p14:nvPr/>
              </p14:nvContentPartPr>
              <p14:xfrm>
                <a:off x="1432160" y="4266960"/>
                <a:ext cx="85320" cy="1382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7E349BE-59A9-CD07-348E-B4A93689975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423160" y="4257960"/>
                  <a:ext cx="1029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6CD08E9-716B-88A6-9B80-91B3A49D7641}"/>
                    </a:ext>
                  </a:extLst>
                </p14:cNvPr>
                <p14:cNvContentPartPr/>
                <p14:nvPr/>
              </p14:nvContentPartPr>
              <p14:xfrm>
                <a:off x="1427480" y="4317720"/>
                <a:ext cx="106920" cy="43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6CD08E9-716B-88A6-9B80-91B3A49D7641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418480" y="4308720"/>
                  <a:ext cx="1245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CFC7CDE-B9AC-83F6-DF7B-1E3F13EDB048}"/>
                    </a:ext>
                  </a:extLst>
                </p14:cNvPr>
                <p14:cNvContentPartPr/>
                <p14:nvPr/>
              </p14:nvContentPartPr>
              <p14:xfrm>
                <a:off x="1594520" y="4297560"/>
                <a:ext cx="26280" cy="550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CFC7CDE-B9AC-83F6-DF7B-1E3F13EDB048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585880" y="4288560"/>
                  <a:ext cx="43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FF6DE58-7761-5131-0B0E-6C67C8077F10}"/>
                    </a:ext>
                  </a:extLst>
                </p14:cNvPr>
                <p14:cNvContentPartPr/>
                <p14:nvPr/>
              </p14:nvContentPartPr>
              <p14:xfrm>
                <a:off x="1572560" y="4337880"/>
                <a:ext cx="124200" cy="1706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FF6DE58-7761-5131-0B0E-6C67C8077F10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563920" y="4328880"/>
                  <a:ext cx="141840" cy="18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996D5AD5-62F5-0BD1-0D33-8D14B8B58F78}"/>
                  </a:ext>
                </a:extLst>
              </p14:cNvPr>
              <p14:cNvContentPartPr/>
              <p14:nvPr/>
            </p14:nvContentPartPr>
            <p14:xfrm>
              <a:off x="8645840" y="5364240"/>
              <a:ext cx="47160" cy="58248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996D5AD5-62F5-0BD1-0D33-8D14B8B58F78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8637200" y="5355240"/>
                <a:ext cx="64800" cy="60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4691F363-6DC9-E432-7657-8DBD6607865C}"/>
              </a:ext>
            </a:extLst>
          </p:cNvPr>
          <p:cNvGrpSpPr/>
          <p:nvPr/>
        </p:nvGrpSpPr>
        <p:grpSpPr>
          <a:xfrm>
            <a:off x="7536680" y="5506080"/>
            <a:ext cx="1047240" cy="437760"/>
            <a:chOff x="7536680" y="5506080"/>
            <a:chExt cx="1047240" cy="43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4380258-CF61-7121-2F32-01C92FA5DB4D}"/>
                    </a:ext>
                  </a:extLst>
                </p14:cNvPr>
                <p14:cNvContentPartPr/>
                <p14:nvPr/>
              </p14:nvContentPartPr>
              <p14:xfrm>
                <a:off x="7639640" y="5506080"/>
                <a:ext cx="6480" cy="3070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4380258-CF61-7121-2F32-01C92FA5DB4D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631000" y="5497440"/>
                  <a:ext cx="241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0B63699-0809-AFDA-B866-793E0F655EB7}"/>
                    </a:ext>
                  </a:extLst>
                </p14:cNvPr>
                <p14:cNvContentPartPr/>
                <p14:nvPr/>
              </p14:nvContentPartPr>
              <p14:xfrm>
                <a:off x="7536680" y="5526960"/>
                <a:ext cx="134640" cy="3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0B63699-0809-AFDA-B866-793E0F655EB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528040" y="5517960"/>
                  <a:ext cx="152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A8876DC-2885-68F7-DE7F-248885A27089}"/>
                    </a:ext>
                  </a:extLst>
                </p14:cNvPr>
                <p14:cNvContentPartPr/>
                <p14:nvPr/>
              </p14:nvContentPartPr>
              <p14:xfrm>
                <a:off x="7771760" y="5719920"/>
                <a:ext cx="87480" cy="1137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A8876DC-2885-68F7-DE7F-248885A27089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763120" y="5710920"/>
                  <a:ext cx="1051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A93420C-AF8D-4B2C-0EC1-9A79B0B81071}"/>
                    </a:ext>
                  </a:extLst>
                </p14:cNvPr>
                <p14:cNvContentPartPr/>
                <p14:nvPr/>
              </p14:nvContentPartPr>
              <p14:xfrm>
                <a:off x="7798040" y="5725680"/>
                <a:ext cx="75960" cy="414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A93420C-AF8D-4B2C-0EC1-9A79B0B81071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789040" y="5717040"/>
                  <a:ext cx="93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1189411-2CF4-C119-BBF5-4FF34C8C9472}"/>
                    </a:ext>
                  </a:extLst>
                </p14:cNvPr>
                <p14:cNvContentPartPr/>
                <p14:nvPr/>
              </p14:nvContentPartPr>
              <p14:xfrm>
                <a:off x="7914320" y="5760600"/>
                <a:ext cx="39240" cy="864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1189411-2CF4-C119-BBF5-4FF34C8C947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905680" y="5751600"/>
                  <a:ext cx="568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B5A0195-1A9C-C8D3-DE80-23D6C45E2D6F}"/>
                    </a:ext>
                  </a:extLst>
                </p14:cNvPr>
                <p14:cNvContentPartPr/>
                <p14:nvPr/>
              </p14:nvContentPartPr>
              <p14:xfrm>
                <a:off x="7897040" y="5780760"/>
                <a:ext cx="99000" cy="1630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B5A0195-1A9C-C8D3-DE80-23D6C45E2D6F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888040" y="5771760"/>
                  <a:ext cx="116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9DAA1E18-8D84-5E73-70F6-26BD5FD1C9F3}"/>
                    </a:ext>
                  </a:extLst>
                </p14:cNvPr>
                <p14:cNvContentPartPr/>
                <p14:nvPr/>
              </p14:nvContentPartPr>
              <p14:xfrm>
                <a:off x="7792640" y="5782920"/>
                <a:ext cx="26640" cy="183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9DAA1E18-8D84-5E73-70F6-26BD5FD1C9F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783640" y="5773920"/>
                  <a:ext cx="44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576A354-B49E-7F45-CCA9-4D337E087B2B}"/>
                    </a:ext>
                  </a:extLst>
                </p14:cNvPr>
                <p14:cNvContentPartPr/>
                <p14:nvPr/>
              </p14:nvContentPartPr>
              <p14:xfrm>
                <a:off x="8168120" y="5668800"/>
                <a:ext cx="145080" cy="3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576A354-B49E-7F45-CCA9-4D337E087B2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159480" y="5660160"/>
                  <a:ext cx="162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566464E-641E-1434-1762-5BBCDB40F77F}"/>
                    </a:ext>
                  </a:extLst>
                </p14:cNvPr>
                <p14:cNvContentPartPr/>
                <p14:nvPr/>
              </p14:nvContentPartPr>
              <p14:xfrm>
                <a:off x="8188640" y="5730000"/>
                <a:ext cx="166320" cy="3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566464E-641E-1434-1762-5BBCDB40F77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179640" y="5721000"/>
                  <a:ext cx="183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16C1A9F-8BD8-C37D-7EFE-81181EC815C0}"/>
                    </a:ext>
                  </a:extLst>
                </p14:cNvPr>
                <p14:cNvContentPartPr/>
                <p14:nvPr/>
              </p14:nvContentPartPr>
              <p14:xfrm>
                <a:off x="8533880" y="5506080"/>
                <a:ext cx="10800" cy="1386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16C1A9F-8BD8-C37D-7EFE-81181EC815C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525240" y="5497440"/>
                  <a:ext cx="284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D2B7839-6D90-45C4-14A7-1EF1E0661D11}"/>
                    </a:ext>
                  </a:extLst>
                </p14:cNvPr>
                <p14:cNvContentPartPr/>
                <p14:nvPr/>
              </p14:nvContentPartPr>
              <p14:xfrm>
                <a:off x="8432360" y="5719920"/>
                <a:ext cx="117720" cy="3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D2B7839-6D90-45C4-14A7-1EF1E0661D1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423360" y="5710920"/>
                  <a:ext cx="135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997391C-BFED-77AB-9B83-6BB0857D96E8}"/>
                    </a:ext>
                  </a:extLst>
                </p14:cNvPr>
                <p14:cNvContentPartPr/>
                <p14:nvPr/>
              </p14:nvContentPartPr>
              <p14:xfrm>
                <a:off x="8483120" y="5830080"/>
                <a:ext cx="100800" cy="1040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997391C-BFED-77AB-9B83-6BB0857D96E8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474480" y="5821440"/>
                  <a:ext cx="11844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1A5A94F4-32DE-B422-8B26-2825533CD35A}"/>
              </a:ext>
            </a:extLst>
          </p:cNvPr>
          <p:cNvGrpSpPr/>
          <p:nvPr/>
        </p:nvGrpSpPr>
        <p:grpSpPr>
          <a:xfrm>
            <a:off x="8777960" y="5313120"/>
            <a:ext cx="1372680" cy="651960"/>
            <a:chOff x="8777960" y="5313120"/>
            <a:chExt cx="1372680" cy="65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611201B-BAAC-7C5E-A61E-AACC25A0762B}"/>
                    </a:ext>
                  </a:extLst>
                </p14:cNvPr>
                <p14:cNvContentPartPr/>
                <p14:nvPr/>
              </p14:nvContentPartPr>
              <p14:xfrm>
                <a:off x="8819360" y="5435160"/>
                <a:ext cx="130320" cy="849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611201B-BAAC-7C5E-A61E-AACC25A0762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810720" y="5426160"/>
                  <a:ext cx="147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373F3B0-5609-18F8-4582-17472C874938}"/>
                    </a:ext>
                  </a:extLst>
                </p14:cNvPr>
                <p14:cNvContentPartPr/>
                <p14:nvPr/>
              </p14:nvContentPartPr>
              <p14:xfrm>
                <a:off x="8991080" y="5475840"/>
                <a:ext cx="66960" cy="3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373F3B0-5609-18F8-4582-17472C87493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982080" y="5467200"/>
                  <a:ext cx="84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5F54FE7-9E37-4B4D-A069-99C97B331F79}"/>
                    </a:ext>
                  </a:extLst>
                </p14:cNvPr>
                <p14:cNvContentPartPr/>
                <p14:nvPr/>
              </p14:nvContentPartPr>
              <p14:xfrm>
                <a:off x="9021680" y="5435160"/>
                <a:ext cx="360" cy="795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5F54FE7-9E37-4B4D-A069-99C97B331F79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013040" y="5426160"/>
                  <a:ext cx="180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71D0E53-ABD1-F445-5A64-A4BA8405E0DD}"/>
                    </a:ext>
                  </a:extLst>
                </p14:cNvPr>
                <p14:cNvContentPartPr/>
                <p14:nvPr/>
              </p14:nvContentPartPr>
              <p14:xfrm>
                <a:off x="9143720" y="5313120"/>
                <a:ext cx="130320" cy="2851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71D0E53-ABD1-F445-5A64-A4BA8405E0DD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134720" y="5304480"/>
                  <a:ext cx="1479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C7DDC91-CD7D-CF9D-E841-10C57A739204}"/>
                    </a:ext>
                  </a:extLst>
                </p14:cNvPr>
                <p14:cNvContentPartPr/>
                <p14:nvPr/>
              </p14:nvContentPartPr>
              <p14:xfrm>
                <a:off x="8777960" y="5749440"/>
                <a:ext cx="128160" cy="1047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C7DDC91-CD7D-CF9D-E841-10C57A739204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769320" y="5740440"/>
                  <a:ext cx="145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F6186D0-F7E1-E424-47B7-8F1F08B85BB9}"/>
                    </a:ext>
                  </a:extLst>
                </p14:cNvPr>
                <p14:cNvContentPartPr/>
                <p14:nvPr/>
              </p14:nvContentPartPr>
              <p14:xfrm>
                <a:off x="9021680" y="5780760"/>
                <a:ext cx="150480" cy="165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F6186D0-F7E1-E424-47B7-8F1F08B85BB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013040" y="5771760"/>
                  <a:ext cx="168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404E7B06-35D4-CA7E-751D-2191F5B5CBD7}"/>
                    </a:ext>
                  </a:extLst>
                </p14:cNvPr>
                <p14:cNvContentPartPr/>
                <p14:nvPr/>
              </p14:nvContentPartPr>
              <p14:xfrm>
                <a:off x="9215000" y="5688960"/>
                <a:ext cx="125280" cy="1659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404E7B06-35D4-CA7E-751D-2191F5B5CBD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206000" y="5680320"/>
                  <a:ext cx="1429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38614ED-7474-1109-6D48-74623BCA05F2}"/>
                    </a:ext>
                  </a:extLst>
                </p14:cNvPr>
                <p14:cNvContentPartPr/>
                <p14:nvPr/>
              </p14:nvContentPartPr>
              <p14:xfrm>
                <a:off x="9527120" y="5757360"/>
                <a:ext cx="188280" cy="1267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38614ED-7474-1109-6D48-74623BCA05F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518120" y="5748720"/>
                  <a:ext cx="205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E127EAA6-131E-EC41-94A4-7E1695708B28}"/>
                    </a:ext>
                  </a:extLst>
                </p14:cNvPr>
                <p14:cNvContentPartPr/>
                <p14:nvPr/>
              </p14:nvContentPartPr>
              <p14:xfrm>
                <a:off x="9743120" y="5816760"/>
                <a:ext cx="124920" cy="151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E127EAA6-131E-EC41-94A4-7E1695708B28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734480" y="5808120"/>
                  <a:ext cx="142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2631EE3-2B3E-833A-684F-70A6F5D23F46}"/>
                    </a:ext>
                  </a:extLst>
                </p14:cNvPr>
                <p14:cNvContentPartPr/>
                <p14:nvPr/>
              </p14:nvContentPartPr>
              <p14:xfrm>
                <a:off x="9795680" y="5709840"/>
                <a:ext cx="18720" cy="1306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2631EE3-2B3E-833A-684F-70A6F5D23F46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787040" y="5700840"/>
                  <a:ext cx="36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F3E7C22-53D5-06A1-ABDD-C7F6B8F22DD5}"/>
                    </a:ext>
                  </a:extLst>
                </p14:cNvPr>
                <p14:cNvContentPartPr/>
                <p14:nvPr/>
              </p14:nvContentPartPr>
              <p14:xfrm>
                <a:off x="9874880" y="5709840"/>
                <a:ext cx="73800" cy="1749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F3E7C22-53D5-06A1-ABDD-C7F6B8F22DD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865880" y="5700840"/>
                  <a:ext cx="914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7B3284F-A771-9938-0403-B22E7D0262DE}"/>
                    </a:ext>
                  </a:extLst>
                </p14:cNvPr>
                <p14:cNvContentPartPr/>
                <p14:nvPr/>
              </p14:nvContentPartPr>
              <p14:xfrm>
                <a:off x="10080440" y="5415000"/>
                <a:ext cx="70200" cy="5500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7B3284F-A771-9938-0403-B22E7D0262DE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071440" y="5406000"/>
                  <a:ext cx="8784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0DDE8A8-B543-30EE-96C4-37FAA7D2A00A}"/>
                    </a:ext>
                  </a:extLst>
                </p14:cNvPr>
                <p14:cNvContentPartPr/>
                <p14:nvPr/>
              </p14:nvContentPartPr>
              <p14:xfrm>
                <a:off x="8940320" y="5334000"/>
                <a:ext cx="20880" cy="828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0DDE8A8-B543-30EE-96C4-37FAA7D2A00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931680" y="5325000"/>
                  <a:ext cx="385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75BED6C-0380-7D3D-5D9B-85402C1E97DA}"/>
                    </a:ext>
                  </a:extLst>
                </p14:cNvPr>
                <p14:cNvContentPartPr/>
                <p14:nvPr/>
              </p14:nvContentPartPr>
              <p14:xfrm>
                <a:off x="9275480" y="5344080"/>
                <a:ext cx="360" cy="950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75BED6C-0380-7D3D-5D9B-85402C1E97DA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266840" y="5335080"/>
                  <a:ext cx="18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A3EA0C5-8882-54DD-B615-1790EAA6931D}"/>
                    </a:ext>
                  </a:extLst>
                </p14:cNvPr>
                <p14:cNvContentPartPr/>
                <p14:nvPr/>
              </p14:nvContentPartPr>
              <p14:xfrm>
                <a:off x="8909720" y="5688960"/>
                <a:ext cx="360" cy="478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A3EA0C5-8882-54DD-B615-1790EAA6931D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901080" y="5680320"/>
                  <a:ext cx="180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A855D93-D412-7539-22EE-804A4A590F75}"/>
                    </a:ext>
                  </a:extLst>
                </p14:cNvPr>
                <p14:cNvContentPartPr/>
                <p14:nvPr/>
              </p14:nvContentPartPr>
              <p14:xfrm>
                <a:off x="9346760" y="5658720"/>
                <a:ext cx="10800" cy="576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A855D93-D412-7539-22EE-804A4A590F75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337760" y="5650080"/>
                  <a:ext cx="284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CD54B4A-CDFB-22F7-62B2-5CAFB64E5891}"/>
                    </a:ext>
                  </a:extLst>
                </p14:cNvPr>
                <p14:cNvContentPartPr/>
                <p14:nvPr/>
              </p14:nvContentPartPr>
              <p14:xfrm>
                <a:off x="9599120" y="5475840"/>
                <a:ext cx="127800" cy="1101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CD54B4A-CDFB-22F7-62B2-5CAFB64E5891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590480" y="5466840"/>
                  <a:ext cx="1454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CEBAB07-82D9-A07E-04F2-44ACBFBE8FF4}"/>
                    </a:ext>
                  </a:extLst>
                </p14:cNvPr>
                <p14:cNvContentPartPr/>
                <p14:nvPr/>
              </p14:nvContentPartPr>
              <p14:xfrm>
                <a:off x="9733040" y="5516880"/>
                <a:ext cx="87840" cy="3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CEBAB07-82D9-A07E-04F2-44ACBFBE8FF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724400" y="5507880"/>
                  <a:ext cx="105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BFC8C11-0CCE-D0E1-54F4-4A83D0E17E17}"/>
                    </a:ext>
                  </a:extLst>
                </p14:cNvPr>
                <p14:cNvContentPartPr/>
                <p14:nvPr/>
              </p14:nvContentPartPr>
              <p14:xfrm>
                <a:off x="9895400" y="5384400"/>
                <a:ext cx="135360" cy="2167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BFC8C11-0CCE-D0E1-54F4-4A83D0E17E1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9886400" y="5375400"/>
                  <a:ext cx="153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905E88A-D254-153F-F8BA-ABED5583276C}"/>
                    </a:ext>
                  </a:extLst>
                </p14:cNvPr>
                <p14:cNvContentPartPr/>
                <p14:nvPr/>
              </p14:nvContentPartPr>
              <p14:xfrm>
                <a:off x="9682280" y="5384400"/>
                <a:ext cx="14760" cy="698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905E88A-D254-153F-F8BA-ABED5583276C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673280" y="5375400"/>
                  <a:ext cx="324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F0DA7E8-2186-BA20-F392-217C7E074287}"/>
                    </a:ext>
                  </a:extLst>
                </p14:cNvPr>
                <p14:cNvContentPartPr/>
                <p14:nvPr/>
              </p14:nvContentPartPr>
              <p14:xfrm>
                <a:off x="9996920" y="5404920"/>
                <a:ext cx="13680" cy="244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F0DA7E8-2186-BA20-F392-217C7E074287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988280" y="5395920"/>
                  <a:ext cx="313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9848AC5-28F6-FB2E-32E8-1FACFD39417D}"/>
                    </a:ext>
                  </a:extLst>
                </p14:cNvPr>
                <p14:cNvContentPartPr/>
                <p14:nvPr/>
              </p14:nvContentPartPr>
              <p14:xfrm>
                <a:off x="9692360" y="5678880"/>
                <a:ext cx="360" cy="457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9848AC5-28F6-FB2E-32E8-1FACFD39417D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683360" y="5670240"/>
                  <a:ext cx="18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7621B60E-5B21-4667-BD45-1E1A2DB71013}"/>
                    </a:ext>
                  </a:extLst>
                </p14:cNvPr>
                <p14:cNvContentPartPr/>
                <p14:nvPr/>
              </p14:nvContentPartPr>
              <p14:xfrm>
                <a:off x="9977120" y="5709840"/>
                <a:ext cx="10440" cy="378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7621B60E-5B21-4667-BD45-1E1A2DB71013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968120" y="5700840"/>
                  <a:ext cx="28080" cy="5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94312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21C64D-A3AA-A62F-9F3E-4EDBB6DEBDBA}"/>
                  </a:ext>
                </a:extLst>
              </p14:cNvPr>
              <p14:cNvContentPartPr/>
              <p14:nvPr/>
            </p14:nvContentPartPr>
            <p14:xfrm>
              <a:off x="4122237" y="2984898"/>
              <a:ext cx="404640" cy="382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21C64D-A3AA-A62F-9F3E-4EDBB6DEBD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13237" y="2976258"/>
                <a:ext cx="42228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A183CAB-FAB5-EDDA-2192-1629B44D7798}"/>
                  </a:ext>
                </a:extLst>
              </p14:cNvPr>
              <p14:cNvContentPartPr/>
              <p14:nvPr/>
            </p14:nvContentPartPr>
            <p14:xfrm>
              <a:off x="4902357" y="2993898"/>
              <a:ext cx="330840" cy="334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A183CAB-FAB5-EDDA-2192-1629B44D77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93717" y="2984898"/>
                <a:ext cx="34848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DD99000-484B-CCD1-5C61-8205F10F0862}"/>
                  </a:ext>
                </a:extLst>
              </p14:cNvPr>
              <p14:cNvContentPartPr/>
              <p14:nvPr/>
            </p14:nvContentPartPr>
            <p14:xfrm>
              <a:off x="4182357" y="2361018"/>
              <a:ext cx="335520" cy="237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DD99000-484B-CCD1-5C61-8205F10F08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73717" y="2352378"/>
                <a:ext cx="3531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6228185-B855-9022-2081-DE12F0835AA2}"/>
                  </a:ext>
                </a:extLst>
              </p14:cNvPr>
              <p14:cNvContentPartPr/>
              <p14:nvPr/>
            </p14:nvContentPartPr>
            <p14:xfrm>
              <a:off x="4912077" y="2331138"/>
              <a:ext cx="322920" cy="282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6228185-B855-9022-2081-DE12F0835A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03077" y="2322138"/>
                <a:ext cx="34056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2D2B17C-836A-EB9B-8EC8-1EF23BB5A03A}"/>
                  </a:ext>
                </a:extLst>
              </p14:cNvPr>
              <p14:cNvContentPartPr/>
              <p14:nvPr/>
            </p14:nvContentPartPr>
            <p14:xfrm>
              <a:off x="5688957" y="3040338"/>
              <a:ext cx="416520" cy="385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2D2B17C-836A-EB9B-8EC8-1EF23BB5A0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80317" y="3031338"/>
                <a:ext cx="43416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1162025-B7D7-3BEC-61DE-3D017634442B}"/>
                  </a:ext>
                </a:extLst>
              </p14:cNvPr>
              <p14:cNvContentPartPr/>
              <p14:nvPr/>
            </p14:nvContentPartPr>
            <p14:xfrm>
              <a:off x="5670237" y="2330418"/>
              <a:ext cx="426600" cy="347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1162025-B7D7-3BEC-61DE-3D017634442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61597" y="2321778"/>
                <a:ext cx="444240" cy="36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9592C04A-1A62-A84E-25AF-755DEAF6D218}"/>
              </a:ext>
            </a:extLst>
          </p:cNvPr>
          <p:cNvGrpSpPr/>
          <p:nvPr/>
        </p:nvGrpSpPr>
        <p:grpSpPr>
          <a:xfrm>
            <a:off x="4061397" y="1610058"/>
            <a:ext cx="2031120" cy="363960"/>
            <a:chOff x="4061397" y="1610058"/>
            <a:chExt cx="203112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D50F1B2-A92A-5443-59DA-EF39E56BFDBA}"/>
                    </a:ext>
                  </a:extLst>
                </p14:cNvPr>
                <p14:cNvContentPartPr/>
                <p14:nvPr/>
              </p14:nvContentPartPr>
              <p14:xfrm>
                <a:off x="5701917" y="1614738"/>
                <a:ext cx="390600" cy="254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D50F1B2-A92A-5443-59DA-EF39E56BFDB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92917" y="1606098"/>
                  <a:ext cx="4082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8CA44F4-B387-614B-E2C0-BE7312156275}"/>
                    </a:ext>
                  </a:extLst>
                </p14:cNvPr>
                <p14:cNvContentPartPr/>
                <p14:nvPr/>
              </p14:nvContentPartPr>
              <p14:xfrm>
                <a:off x="5064717" y="1679538"/>
                <a:ext cx="248400" cy="294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8CA44F4-B387-614B-E2C0-BE731215627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55717" y="1670898"/>
                  <a:ext cx="2660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2AD409E-4EF1-89B6-3900-15E17E0EA18E}"/>
                    </a:ext>
                  </a:extLst>
                </p14:cNvPr>
                <p14:cNvContentPartPr/>
                <p14:nvPr/>
              </p14:nvContentPartPr>
              <p14:xfrm>
                <a:off x="4061397" y="1610058"/>
                <a:ext cx="603000" cy="297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2AD409E-4EF1-89B6-3900-15E17E0EA18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52757" y="1601418"/>
                  <a:ext cx="620640" cy="31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10F70D-53C5-256B-7A0C-CA499BF5C168}"/>
              </a:ext>
            </a:extLst>
          </p:cNvPr>
          <p:cNvGrpSpPr/>
          <p:nvPr/>
        </p:nvGrpSpPr>
        <p:grpSpPr>
          <a:xfrm>
            <a:off x="4734957" y="1213338"/>
            <a:ext cx="1780560" cy="1228320"/>
            <a:chOff x="4734957" y="1213338"/>
            <a:chExt cx="1780560" cy="12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59BF908-E74E-763E-DD22-8BF779E532D3}"/>
                    </a:ext>
                  </a:extLst>
                </p14:cNvPr>
                <p14:cNvContentPartPr/>
                <p14:nvPr/>
              </p14:nvContentPartPr>
              <p14:xfrm>
                <a:off x="5184597" y="1943778"/>
                <a:ext cx="1330920" cy="497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59BF908-E74E-763E-DD22-8BF779E532D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75957" y="1934778"/>
                  <a:ext cx="134856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FB77827-9201-60A1-2D80-D855EE53C4CB}"/>
                    </a:ext>
                  </a:extLst>
                </p14:cNvPr>
                <p14:cNvContentPartPr/>
                <p14:nvPr/>
              </p14:nvContentPartPr>
              <p14:xfrm>
                <a:off x="4734957" y="1213338"/>
                <a:ext cx="401400" cy="1228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FB77827-9201-60A1-2D80-D855EE53C4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25957" y="1204338"/>
                  <a:ext cx="419040" cy="124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0AAA13F-E4AE-0968-C6B0-34244436D223}"/>
                  </a:ext>
                </a:extLst>
              </p14:cNvPr>
              <p14:cNvContentPartPr/>
              <p14:nvPr/>
            </p14:nvContentPartPr>
            <p14:xfrm>
              <a:off x="5213757" y="690258"/>
              <a:ext cx="360" cy="1260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0AAA13F-E4AE-0968-C6B0-34244436D22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04757" y="681258"/>
                <a:ext cx="180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87E561C-F011-792E-FA5D-47BEE5DD3707}"/>
                  </a:ext>
                </a:extLst>
              </p14:cNvPr>
              <p14:cNvContentPartPr/>
              <p14:nvPr/>
            </p14:nvContentPartPr>
            <p14:xfrm>
              <a:off x="5213757" y="1137738"/>
              <a:ext cx="360" cy="23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87E561C-F011-792E-FA5D-47BEE5DD370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04757" y="1128738"/>
                <a:ext cx="180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398F7A3-B8C3-CE07-1F0E-FCA2FE5E65D1}"/>
                  </a:ext>
                </a:extLst>
              </p14:cNvPr>
              <p14:cNvContentPartPr/>
              <p14:nvPr/>
            </p14:nvContentPartPr>
            <p14:xfrm>
              <a:off x="5223117" y="1380738"/>
              <a:ext cx="360" cy="918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398F7A3-B8C3-CE07-1F0E-FCA2FE5E65D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14477" y="1372098"/>
                <a:ext cx="1800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D86CB79-7B97-B6D6-1B67-A335D7BB203A}"/>
                  </a:ext>
                </a:extLst>
              </p14:cNvPr>
              <p14:cNvContentPartPr/>
              <p14:nvPr/>
            </p14:nvContentPartPr>
            <p14:xfrm>
              <a:off x="5223117" y="1662978"/>
              <a:ext cx="360" cy="1216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D86CB79-7B97-B6D6-1B67-A335D7BB203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14477" y="1654338"/>
                <a:ext cx="180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F0C85BE-23DA-DE49-1EAF-73952BD5B372}"/>
                  </a:ext>
                </a:extLst>
              </p14:cNvPr>
              <p14:cNvContentPartPr/>
              <p14:nvPr/>
            </p14:nvContentPartPr>
            <p14:xfrm>
              <a:off x="5204037" y="2013258"/>
              <a:ext cx="360" cy="197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F0C85BE-23DA-DE49-1EAF-73952BD5B37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195037" y="2004258"/>
                <a:ext cx="1800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E45F7C5-A6D7-1C4A-78C9-450053F442F3}"/>
                  </a:ext>
                </a:extLst>
              </p14:cNvPr>
              <p14:cNvContentPartPr/>
              <p14:nvPr/>
            </p14:nvContentPartPr>
            <p14:xfrm>
              <a:off x="5194317" y="2664858"/>
              <a:ext cx="360" cy="1090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E45F7C5-A6D7-1C4A-78C9-450053F442F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185317" y="2656218"/>
                <a:ext cx="18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BA222F1-AAA3-BA47-363F-6C0AC4483945}"/>
                  </a:ext>
                </a:extLst>
              </p14:cNvPr>
              <p14:cNvContentPartPr/>
              <p14:nvPr/>
            </p14:nvContentPartPr>
            <p14:xfrm>
              <a:off x="5204037" y="3093258"/>
              <a:ext cx="360" cy="1486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BA222F1-AAA3-BA47-363F-6C0AC448394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95037" y="3084258"/>
                <a:ext cx="18000" cy="16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B7F6C68C-0983-E57F-C407-ECAAC2D1E9C3}"/>
              </a:ext>
            </a:extLst>
          </p:cNvPr>
          <p:cNvGrpSpPr/>
          <p:nvPr/>
        </p:nvGrpSpPr>
        <p:grpSpPr>
          <a:xfrm>
            <a:off x="5242917" y="3491778"/>
            <a:ext cx="29520" cy="143640"/>
            <a:chOff x="5242917" y="3491778"/>
            <a:chExt cx="29520" cy="14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8A7C08C-73FA-F786-FEE2-D668DD0EAECF}"/>
                    </a:ext>
                  </a:extLst>
                </p14:cNvPr>
                <p14:cNvContentPartPr/>
                <p14:nvPr/>
              </p14:nvContentPartPr>
              <p14:xfrm>
                <a:off x="5242917" y="3491778"/>
                <a:ext cx="360" cy="10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8A7C08C-73FA-F786-FEE2-D668DD0EAEC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34277" y="3482778"/>
                  <a:ext cx="18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27B26B6-B824-0BB0-8CF0-A62810AC1390}"/>
                    </a:ext>
                  </a:extLst>
                </p14:cNvPr>
                <p14:cNvContentPartPr/>
                <p14:nvPr/>
              </p14:nvContentPartPr>
              <p14:xfrm>
                <a:off x="5272077" y="3608418"/>
                <a:ext cx="360" cy="27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27B26B6-B824-0BB0-8CF0-A62810AC139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63077" y="3599418"/>
                  <a:ext cx="1800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D0DE48A-BF04-13DF-B881-56035D23FCDE}"/>
                  </a:ext>
                </a:extLst>
              </p14:cNvPr>
              <p14:cNvContentPartPr/>
              <p14:nvPr/>
            </p14:nvContentPartPr>
            <p14:xfrm>
              <a:off x="3287397" y="2392698"/>
              <a:ext cx="51120" cy="100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D0DE48A-BF04-13DF-B881-56035D23FCD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278757" y="2384058"/>
                <a:ext cx="6876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2DA76745-8EA3-0FA3-E213-FAE95036DAE2}"/>
              </a:ext>
            </a:extLst>
          </p:cNvPr>
          <p:cNvGrpSpPr/>
          <p:nvPr/>
        </p:nvGrpSpPr>
        <p:grpSpPr>
          <a:xfrm>
            <a:off x="3715437" y="2431578"/>
            <a:ext cx="822600" cy="39240"/>
            <a:chOff x="3715437" y="2431578"/>
            <a:chExt cx="822600" cy="3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58FF0C7-84E7-13A0-F2A3-62199AC186F1}"/>
                    </a:ext>
                  </a:extLst>
                </p14:cNvPr>
                <p14:cNvContentPartPr/>
                <p14:nvPr/>
              </p14:nvContentPartPr>
              <p14:xfrm>
                <a:off x="3715437" y="2431578"/>
                <a:ext cx="126000" cy="7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58FF0C7-84E7-13A0-F2A3-62199AC186F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06437" y="2422578"/>
                  <a:ext cx="143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0C2A241-D0BE-36F8-CAD4-1B5D99E8D1CC}"/>
                    </a:ext>
                  </a:extLst>
                </p14:cNvPr>
                <p14:cNvContentPartPr/>
                <p14:nvPr/>
              </p14:nvContentPartPr>
              <p14:xfrm>
                <a:off x="4094877" y="2470458"/>
                <a:ext cx="831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0C2A241-D0BE-36F8-CAD4-1B5D99E8D1C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86237" y="2461818"/>
                  <a:ext cx="100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A7DD17F-9525-864C-EBC2-F32078F50C0F}"/>
                    </a:ext>
                  </a:extLst>
                </p14:cNvPr>
                <p14:cNvContentPartPr/>
                <p14:nvPr/>
              </p14:nvContentPartPr>
              <p14:xfrm>
                <a:off x="4426077" y="2470458"/>
                <a:ext cx="11196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A7DD17F-9525-864C-EBC2-F32078F50C0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17077" y="2461818"/>
                  <a:ext cx="1296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1B1A82A-4F7D-4981-B626-48472B9CCEDF}"/>
              </a:ext>
            </a:extLst>
          </p:cNvPr>
          <p:cNvGrpSpPr/>
          <p:nvPr/>
        </p:nvGrpSpPr>
        <p:grpSpPr>
          <a:xfrm>
            <a:off x="5019357" y="2344098"/>
            <a:ext cx="175320" cy="141840"/>
            <a:chOff x="5019357" y="2344098"/>
            <a:chExt cx="175320" cy="14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C597A16-D808-C350-0BFC-3D03BBA4A05F}"/>
                    </a:ext>
                  </a:extLst>
                </p14:cNvPr>
                <p14:cNvContentPartPr/>
                <p14:nvPr/>
              </p14:nvContentPartPr>
              <p14:xfrm>
                <a:off x="5194317" y="2344098"/>
                <a:ext cx="360" cy="110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C597A16-D808-C350-0BFC-3D03BBA4A05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85317" y="2335458"/>
                  <a:ext cx="180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D44CB49-B3E0-DEDE-1B82-83EE9485150B}"/>
                    </a:ext>
                  </a:extLst>
                </p14:cNvPr>
                <p14:cNvContentPartPr/>
                <p14:nvPr/>
              </p14:nvContentPartPr>
              <p14:xfrm>
                <a:off x="5019357" y="2470458"/>
                <a:ext cx="139680" cy="15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D44CB49-B3E0-DEDE-1B82-83EE9485150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10357" y="2461818"/>
                  <a:ext cx="15732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C103BBA-DBDB-01E2-E81E-9FE6BFC823E8}"/>
                  </a:ext>
                </a:extLst>
              </p14:cNvPr>
              <p14:cNvContentPartPr/>
              <p14:nvPr/>
            </p14:nvContentPartPr>
            <p14:xfrm>
              <a:off x="5524797" y="2509698"/>
              <a:ext cx="18864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C103BBA-DBDB-01E2-E81E-9FE6BFC823E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515797" y="2500698"/>
                <a:ext cx="2062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EDD0DB2-4AAB-C2ED-502A-6E133BD57FF7}"/>
                  </a:ext>
                </a:extLst>
              </p14:cNvPr>
              <p14:cNvContentPartPr/>
              <p14:nvPr/>
            </p14:nvContentPartPr>
            <p14:xfrm>
              <a:off x="6118437" y="2499618"/>
              <a:ext cx="200880" cy="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EDD0DB2-4AAB-C2ED-502A-6E133BD57FF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109797" y="2490618"/>
                <a:ext cx="2185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9B90C9A-5127-C1E7-0588-A424C58DD9D5}"/>
                  </a:ext>
                </a:extLst>
              </p14:cNvPr>
              <p14:cNvContentPartPr/>
              <p14:nvPr/>
            </p14:nvContentPartPr>
            <p14:xfrm>
              <a:off x="6701997" y="2499618"/>
              <a:ext cx="164880" cy="230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9B90C9A-5127-C1E7-0588-A424C58DD9D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693357" y="2490618"/>
                <a:ext cx="18252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9869560B-A235-FD5B-2EB3-8DDF945616FA}"/>
              </a:ext>
            </a:extLst>
          </p:cNvPr>
          <p:cNvGrpSpPr/>
          <p:nvPr/>
        </p:nvGrpSpPr>
        <p:grpSpPr>
          <a:xfrm>
            <a:off x="7907997" y="2754138"/>
            <a:ext cx="3135240" cy="407520"/>
            <a:chOff x="7907997" y="2754138"/>
            <a:chExt cx="3135240" cy="40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A18A73F-068D-73C4-7443-4A00207FF5F2}"/>
                    </a:ext>
                  </a:extLst>
                </p14:cNvPr>
                <p14:cNvContentPartPr/>
                <p14:nvPr/>
              </p14:nvContentPartPr>
              <p14:xfrm>
                <a:off x="7907997" y="2820018"/>
                <a:ext cx="711360" cy="277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A18A73F-068D-73C4-7443-4A00207FF5F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899357" y="2811018"/>
                  <a:ext cx="7290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B9326CF-5334-3090-F695-7E0ED7A93638}"/>
                    </a:ext>
                  </a:extLst>
                </p14:cNvPr>
                <p14:cNvContentPartPr/>
                <p14:nvPr/>
              </p14:nvContentPartPr>
              <p14:xfrm>
                <a:off x="8909877" y="2754138"/>
                <a:ext cx="576360" cy="356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B9326CF-5334-3090-F695-7E0ED7A9363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01237" y="2745138"/>
                  <a:ext cx="5940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93492F6-E34F-6C5F-836D-DF75FD2161A2}"/>
                    </a:ext>
                  </a:extLst>
                </p14:cNvPr>
                <p14:cNvContentPartPr/>
                <p14:nvPr/>
              </p14:nvContentPartPr>
              <p14:xfrm>
                <a:off x="9814197" y="2775378"/>
                <a:ext cx="475200" cy="298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93492F6-E34F-6C5F-836D-DF75FD2161A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805557" y="2766738"/>
                  <a:ext cx="4928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79B5530-75C3-477A-B7A5-A4A4818B0B57}"/>
                    </a:ext>
                  </a:extLst>
                </p14:cNvPr>
                <p14:cNvContentPartPr/>
                <p14:nvPr/>
              </p14:nvContentPartPr>
              <p14:xfrm>
                <a:off x="10534557" y="2760978"/>
                <a:ext cx="508680" cy="353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79B5530-75C3-477A-B7A5-A4A4818B0B5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525917" y="2752338"/>
                  <a:ext cx="52632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81B246E-0895-4C6C-422E-74763CF1D8C3}"/>
                    </a:ext>
                  </a:extLst>
                </p14:cNvPr>
                <p14:cNvContentPartPr/>
                <p14:nvPr/>
              </p14:nvContentPartPr>
              <p14:xfrm>
                <a:off x="9898437" y="3083178"/>
                <a:ext cx="325440" cy="16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81B246E-0895-4C6C-422E-74763CF1D8C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89797" y="3074178"/>
                  <a:ext cx="343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11DF8B4-B39C-742F-68F0-E821C115499F}"/>
                    </a:ext>
                  </a:extLst>
                </p14:cNvPr>
                <p14:cNvContentPartPr/>
                <p14:nvPr/>
              </p14:nvContentPartPr>
              <p14:xfrm>
                <a:off x="8942277" y="3131058"/>
                <a:ext cx="561960" cy="10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11DF8B4-B39C-742F-68F0-E821C115499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933277" y="3122058"/>
                  <a:ext cx="579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D8A825B-7478-EDD7-791C-CC89C167A1DA}"/>
                    </a:ext>
                  </a:extLst>
                </p14:cNvPr>
                <p14:cNvContentPartPr/>
                <p14:nvPr/>
              </p14:nvContentPartPr>
              <p14:xfrm>
                <a:off x="8044797" y="3141498"/>
                <a:ext cx="36972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D8A825B-7478-EDD7-791C-CC89C167A1D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36157" y="3132498"/>
                  <a:ext cx="38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ACACB11-0486-8745-ACCE-98ECFD98E88F}"/>
                    </a:ext>
                  </a:extLst>
                </p14:cNvPr>
                <p14:cNvContentPartPr/>
                <p14:nvPr/>
              </p14:nvContentPartPr>
              <p14:xfrm>
                <a:off x="7986117" y="3074178"/>
                <a:ext cx="602640" cy="87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ACACB11-0486-8745-ACCE-98ECFD98E88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977477" y="3065178"/>
                  <a:ext cx="620280" cy="105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F82C411-4306-4E51-4DAF-FA7779CCA402}"/>
              </a:ext>
            </a:extLst>
          </p:cNvPr>
          <p:cNvSpPr txBox="1"/>
          <p:nvPr/>
        </p:nvSpPr>
        <p:spPr>
          <a:xfrm>
            <a:off x="3037760" y="4839908"/>
            <a:ext cx="49956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Symmetry: C2z  (&amp; also </a:t>
            </a:r>
            <a:r>
              <a:rPr lang="en-US" sz="1600" b="1" dirty="0" err="1">
                <a:latin typeface="Symbol" panose="05050102010706020507" pitchFamily="18" charset="2"/>
                <a:cs typeface="Calibri" panose="020F0502020204030204" pitchFamily="34" charset="0"/>
              </a:rPr>
              <a:t>s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if holes </a:t>
            </a:r>
            <a:r>
              <a:rPr lang="en-US" sz="1600" b="1" u="sng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slanted)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80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0CA770A-DD2D-BDDF-C821-B48A37240D02}"/>
              </a:ext>
            </a:extLst>
          </p:cNvPr>
          <p:cNvSpPr txBox="1"/>
          <p:nvPr/>
        </p:nvSpPr>
        <p:spPr>
          <a:xfrm>
            <a:off x="8637025" y="1822692"/>
            <a:ext cx="37073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Note: recall that PPML works with a local s-p convention (below).</a:t>
            </a:r>
          </a:p>
          <a:p>
            <a:pPr>
              <a:buNone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Anyway, transmission submatrix in PPML will have the same form as in the table to the left. 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952ACB-3AD3-1D25-A5E0-D8DF0F952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305" y="3465648"/>
            <a:ext cx="3219081" cy="32655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33206C-A4B7-4E4D-2FCF-16882148D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11" y="408331"/>
            <a:ext cx="7519243" cy="6114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B7B4EA-1769-EFFB-C2BA-A6CE02C350CB}"/>
              </a:ext>
            </a:extLst>
          </p:cNvPr>
          <p:cNvSpPr txBox="1"/>
          <p:nvPr/>
        </p:nvSpPr>
        <p:spPr>
          <a:xfrm>
            <a:off x="612229" y="3051973"/>
            <a:ext cx="75166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99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UNPUBLISHED MATERIAL PLEASE DO NOT SHARE</a:t>
            </a:r>
            <a:endParaRPr lang="en-US" sz="3200" b="1" dirty="0">
              <a:solidFill>
                <a:srgbClr val="FF99C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FFFC74-208F-6F6A-CEA7-F458119FD87C}"/>
              </a:ext>
            </a:extLst>
          </p:cNvPr>
          <p:cNvSpPr/>
          <p:nvPr/>
        </p:nvSpPr>
        <p:spPr>
          <a:xfrm>
            <a:off x="7025640" y="1554480"/>
            <a:ext cx="510540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0BB500-4084-820B-3529-47C6E4034DC1}"/>
              </a:ext>
            </a:extLst>
          </p:cNvPr>
          <p:cNvSpPr txBox="1"/>
          <p:nvPr/>
        </p:nvSpPr>
        <p:spPr>
          <a:xfrm>
            <a:off x="7773698" y="1268487"/>
            <a:ext cx="1356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rgbClr val="FF0000"/>
                </a:solidFill>
              </a:rPr>
              <a:t>Transmission submatrix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8FE8E3B-E292-4F91-DB81-2D64D19ADF1D}"/>
              </a:ext>
            </a:extLst>
          </p:cNvPr>
          <p:cNvCxnSpPr>
            <a:stCxn id="15" idx="1"/>
          </p:cNvCxnSpPr>
          <p:nvPr/>
        </p:nvCxnSpPr>
        <p:spPr>
          <a:xfrm flipH="1">
            <a:off x="7597140" y="1499320"/>
            <a:ext cx="176558" cy="161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064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4D729C5C-02F0-4C0C-8338-4C5162FBE421}" vid="{74DF0046-77C3-4D18-A069-FEDE8502D58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117</TotalTime>
  <Words>98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Menlo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ZANOTTO</dc:creator>
  <cp:lastModifiedBy>SIMONE ZANOTTO</cp:lastModifiedBy>
  <cp:revision>10</cp:revision>
  <dcterms:created xsi:type="dcterms:W3CDTF">2026-05-05T08:13:36Z</dcterms:created>
  <dcterms:modified xsi:type="dcterms:W3CDTF">2026-05-05T10:10:40Z</dcterms:modified>
</cp:coreProperties>
</file>